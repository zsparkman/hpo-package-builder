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D8FB9-B4D8-692C-5D0C-877FD4BE79BC}" v="3" dt="2026-03-11T03:22:40.366"/>
    <p1510:client id="{F981C885-4AAD-4383-B369-1A7BBE14AB1A}" v="7" dt="2026-03-11T14:06:14.55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26" y="306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8F6D8FB9-B4D8-692C-5D0C-877FD4BE79BC}"/>
    <pc:docChg chg="delSld">
      <pc:chgData name="Sparkman, Zach E" userId="S::zach.sparkman@charter.com::a0fa8067-9197-4cb4-b572-088af4ff6e51" providerId="AD" clId="Web-{8F6D8FB9-B4D8-692C-5D0C-877FD4BE79BC}" dt="2026-03-11T03:22:40.366" v="2"/>
      <pc:docMkLst>
        <pc:docMk/>
      </pc:docMkLst>
      <pc:sldChg chg="del">
        <pc:chgData name="Sparkman, Zach E" userId="S::zach.sparkman@charter.com::a0fa8067-9197-4cb4-b572-088af4ff6e51" providerId="AD" clId="Web-{8F6D8FB9-B4D8-692C-5D0C-877FD4BE79BC}" dt="2026-03-11T03:22:38.600" v="0"/>
        <pc:sldMkLst>
          <pc:docMk/>
          <pc:sldMk cId="2502338092" sldId="2147473206"/>
        </pc:sldMkLst>
      </pc:sldChg>
      <pc:sldChg chg="del">
        <pc:chgData name="Sparkman, Zach E" userId="S::zach.sparkman@charter.com::a0fa8067-9197-4cb4-b572-088af4ff6e51" providerId="AD" clId="Web-{8F6D8FB9-B4D8-692C-5D0C-877FD4BE79BC}" dt="2026-03-11T03:22:39.460" v="1"/>
        <pc:sldMkLst>
          <pc:docMk/>
          <pc:sldMk cId="3979607312" sldId="2147473222"/>
        </pc:sldMkLst>
      </pc:sldChg>
      <pc:sldChg chg="del">
        <pc:chgData name="Sparkman, Zach E" userId="S::zach.sparkman@charter.com::a0fa8067-9197-4cb4-b572-088af4ff6e51" providerId="AD" clId="Web-{8F6D8FB9-B4D8-692C-5D0C-877FD4BE79BC}" dt="2026-03-11T03:22:40.366" v="2"/>
        <pc:sldMkLst>
          <pc:docMk/>
          <pc:sldMk cId="2913552111" sldId="2147473240"/>
        </pc:sldMkLst>
      </pc:sldChg>
    </pc:docChg>
  </pc:docChgLst>
  <pc:docChgLst>
    <pc:chgData name="Zach Sparkman" userId="7b660184e1cc24f9" providerId="LiveId" clId="{639B9D49-79E4-44ED-A90C-6963975DB8F3}"/>
    <pc:docChg chg="undo redo custSel modSld">
      <pc:chgData name="Zach Sparkman" userId="7b660184e1cc24f9" providerId="LiveId" clId="{639B9D49-79E4-44ED-A90C-6963975DB8F3}" dt="2026-03-11T14:06:15.099" v="9" actId="478"/>
      <pc:docMkLst>
        <pc:docMk/>
      </pc:docMkLst>
      <pc:sldChg chg="addSp delSp modSp mod">
        <pc:chgData name="Zach Sparkman" userId="7b660184e1cc24f9" providerId="LiveId" clId="{639B9D49-79E4-44ED-A90C-6963975DB8F3}" dt="2026-03-11T14:06:15.099" v="9" actId="478"/>
        <pc:sldMkLst>
          <pc:docMk/>
          <pc:sldMk cId="3750125159" sldId="2147473239"/>
        </pc:sldMkLst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" creationId="{8BC1A20B-5D1B-2A6B-0526-E1630B494775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4" creationId="{C8A75D87-F8D1-B458-A562-ECB962C59625}"/>
          </ac:spMkLst>
        </pc:spChg>
        <pc:spChg chg="mod">
          <ac:chgData name="Zach Sparkman" userId="7b660184e1cc24f9" providerId="LiveId" clId="{639B9D49-79E4-44ED-A90C-6963975DB8F3}" dt="2026-03-11T14:05:52.923" v="4"/>
          <ac:spMkLst>
            <pc:docMk/>
            <pc:sldMk cId="3750125159" sldId="2147473239"/>
            <ac:spMk id="9" creationId="{AA001C18-6843-7C18-0D2E-358EECF8FDFD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0" creationId="{F2422239-FB03-32A5-3D4E-2B08A587F472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4" creationId="{8FFEC28D-34B1-FDF6-D9A6-8B3425CCFD97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6" creationId="{7CF05EF4-89F5-C563-5000-6BBBD118D86C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27" creationId="{E33AF838-B6EE-5968-E023-E301BEC186C0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29" creationId="{55A14E90-852E-A378-F8BD-614FB01A4DFE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0" creationId="{7B763848-7ECA-D6A0-60CD-90E0EFCB0119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1" creationId="{B19BE520-93DB-4329-8CA2-EBCDC958B04F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2" creationId="{C607DA8D-0B15-2CEA-0D15-5308CBDB980C}"/>
          </ac:spMkLst>
        </pc:spChg>
        <pc:spChg chg="add del mod">
          <ac:chgData name="Zach Sparkman" userId="7b660184e1cc24f9" providerId="LiveId" clId="{639B9D49-79E4-44ED-A90C-6963975DB8F3}" dt="2026-03-11T14:06:15.099" v="9" actId="478"/>
          <ac:spMkLst>
            <pc:docMk/>
            <pc:sldMk cId="3750125159" sldId="2147473239"/>
            <ac:spMk id="35" creationId="{08EEAFAE-685F-264C-6F1D-B8C93578B3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9C73-AED5-EB86-59E5-2CA4FF93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E6182CBD-C053-0AB0-6AEA-8B1DA0EE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6" y="329462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C7F197C-170D-EBFB-FC37-664D2ECDAA44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A001C18-6843-7C18-0D2E-358EECF8FDFD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>
                <a:solidFill>
                  <a:srgbClr val="D5D5D5"/>
                </a:solidFill>
                <a:latin typeface="Spectrum Sans Bold" panose="02110004020202020204"/>
              </a:rPr>
              <a:t>XXX DMA</a:t>
            </a: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BA65B830-F23B-BA06-1212-E6D2BB7D1E10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NFL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</a:b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Football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B0408C-4EB9-2AD7-E2F6-3E4E7A4AE463}"/>
              </a:ext>
            </a:extLst>
          </p:cNvPr>
          <p:cNvGrpSpPr/>
          <p:nvPr/>
        </p:nvGrpSpPr>
        <p:grpSpPr>
          <a:xfrm>
            <a:off x="8522969" y="885886"/>
            <a:ext cx="2994830" cy="1129026"/>
            <a:chOff x="8522969" y="811998"/>
            <a:chExt cx="2994830" cy="112902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E0899EB-396D-FDE1-C140-7F81539B6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4614" y="1462221"/>
              <a:ext cx="548640" cy="44087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1A17C2F-B88C-88C7-D90A-1F086A159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97709" y="1471191"/>
              <a:ext cx="548640" cy="44087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386E5F1-BCEE-9324-EE97-1C9752174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34819" y="1485392"/>
              <a:ext cx="457200" cy="36414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64B4D2F-28E3-ACFC-B039-85B5BCE5B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2039" y="1485057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D1BF2558-47A9-1F70-7F84-B9904B671A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0095" b="31753"/>
            <a:stretch/>
          </p:blipFill>
          <p:spPr>
            <a:xfrm>
              <a:off x="8668968" y="986964"/>
              <a:ext cx="640080" cy="195362"/>
            </a:xfrm>
            <a:prstGeom prst="rect">
              <a:avLst/>
            </a:prstGeom>
          </p:spPr>
        </p:pic>
        <p:pic>
          <p:nvPicPr>
            <p:cNvPr id="21" name="Picture 20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7344A16E-BB4A-176B-0E10-E0B5232B9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5324" b="36659"/>
            <a:stretch/>
          </p:blipFill>
          <p:spPr>
            <a:xfrm>
              <a:off x="9480165" y="1012911"/>
              <a:ext cx="640080" cy="143469"/>
            </a:xfrm>
            <a:prstGeom prst="rect">
              <a:avLst/>
            </a:prstGeom>
          </p:spPr>
        </p:pic>
        <p:pic>
          <p:nvPicPr>
            <p:cNvPr id="22" name="Picture 21" descr="A red and white logo&#10;&#10;Description automatically generated">
              <a:extLst>
                <a:ext uri="{FF2B5EF4-FFF2-40B4-BE49-F238E27FC236}">
                  <a16:creationId xmlns:a16="http://schemas.microsoft.com/office/drawing/2014/main" id="{327B8AE1-31BB-E36F-F8A5-F73CCC6EE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17680" y="909617"/>
              <a:ext cx="364972" cy="3657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C0F15B0-0B3A-43B5-FE17-F432EAF00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22969" y="1429933"/>
              <a:ext cx="640080" cy="51109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F0AFD2F-C37A-7EF9-1C0E-CD52303DD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56675" y="811998"/>
              <a:ext cx="688848" cy="54864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430CE-526D-A097-1771-105FCA86C4C0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91658A-FA3B-BA97-B633-D420CE6D181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4105530-6AC7-063A-8C20-B455D2389671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08/14-08/30		Preseason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09/14-01/03			MNF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09/14-01/03			(11) TBD Manningcasts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09/14-12/26			(7) TBD NFLN Games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01/09/27					ESPN Doubleheader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01/16-02/14			NFL Postseason</a:t>
            </a:r>
          </a:p>
        </p:txBody>
      </p:sp>
      <p:sp>
        <p:nvSpPr>
          <p:cNvPr id="3" name="BaseHdr">
            <a:extLst>
              <a:ext uri="{FF2B5EF4-FFF2-40B4-BE49-F238E27FC236}">
                <a16:creationId xmlns:a16="http://schemas.microsoft.com/office/drawing/2014/main" id="{8BC1A20B-5D1B-2A6B-0526-E1630B494775}"/>
              </a:ext>
            </a:extLst>
          </p:cNvPr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4" name="BaseBody">
            <a:extLst>
              <a:ext uri="{FF2B5EF4-FFF2-40B4-BE49-F238E27FC236}">
                <a16:creationId xmlns:a16="http://schemas.microsoft.com/office/drawing/2014/main" id="{C8A75D87-F8D1-B458-A562-ECB962C59625}"/>
              </a:ext>
            </a:extLst>
          </p:cNvPr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X/XX/XX – X/XX/XX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XXX,XXX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XXX broadcasts</a:t>
            </a:r>
          </a:p>
        </p:txBody>
      </p:sp>
      <p:sp>
        <p:nvSpPr>
          <p:cNvPr id="6" name="ConnLine">
            <a:extLst>
              <a:ext uri="{FF2B5EF4-FFF2-40B4-BE49-F238E27FC236}">
                <a16:creationId xmlns:a16="http://schemas.microsoft.com/office/drawing/2014/main" id="{98A9FEAB-5FD2-4823-CDE8-300615C95687}"/>
              </a:ext>
            </a:extLst>
          </p:cNvPr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lusBg">
            <a:extLst>
              <a:ext uri="{FF2B5EF4-FFF2-40B4-BE49-F238E27FC236}">
                <a16:creationId xmlns:a16="http://schemas.microsoft.com/office/drawing/2014/main" id="{F2422239-FB03-32A5-3D4E-2B08A587F472}"/>
              </a:ext>
            </a:extLst>
          </p:cNvPr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lusTxt">
            <a:extLst>
              <a:ext uri="{FF2B5EF4-FFF2-40B4-BE49-F238E27FC236}">
                <a16:creationId xmlns:a16="http://schemas.microsoft.com/office/drawing/2014/main" id="{70E96EB4-5751-ACB4-565D-6C0A4FE16D27}"/>
              </a:ext>
            </a:extLst>
          </p:cNvPr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Banner">
            <a:extLst>
              <a:ext uri="{FF2B5EF4-FFF2-40B4-BE49-F238E27FC236}">
                <a16:creationId xmlns:a16="http://schemas.microsoft.com/office/drawing/2014/main" id="{8FFEC28D-34B1-FDF6-D9A6-8B3425CCFD97}"/>
              </a:ext>
            </a:extLst>
          </p:cNvPr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</a:t>
            </a:r>
            <a:r>
              <a:rPr lang="en-US" sz="1000" b="1" dirty="0">
                <a:solidFill>
                  <a:srgbClr val="7DD4FF"/>
                </a:solidFill>
              </a:rPr>
              <a:t>PACKAGE</a:t>
            </a:r>
          </a:p>
        </p:txBody>
      </p:sp>
      <p:sp>
        <p:nvSpPr>
          <p:cNvPr id="15" name="BannerLine">
            <a:extLst>
              <a:ext uri="{FF2B5EF4-FFF2-40B4-BE49-F238E27FC236}">
                <a16:creationId xmlns:a16="http://schemas.microsoft.com/office/drawing/2014/main" id="{2F865466-A3C8-DB9D-1EF5-8B17E07D59DA}"/>
              </a:ext>
            </a:extLst>
          </p:cNvPr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OLine0">
            <a:extLst>
              <a:ext uri="{FF2B5EF4-FFF2-40B4-BE49-F238E27FC236}">
                <a16:creationId xmlns:a16="http://schemas.microsoft.com/office/drawing/2014/main" id="{7CF05EF4-89F5-C563-5000-6BBBD118D86C}"/>
              </a:ext>
            </a:extLst>
          </p:cNvPr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OHdr0">
            <a:extLst>
              <a:ext uri="{FF2B5EF4-FFF2-40B4-BE49-F238E27FC236}">
                <a16:creationId xmlns:a16="http://schemas.microsoft.com/office/drawing/2014/main" id="{43867144-BFBC-DA20-BE3C-D5E4B617D162}"/>
              </a:ext>
            </a:extLst>
          </p:cNvPr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26" name="OBody0">
            <a:extLst>
              <a:ext uri="{FF2B5EF4-FFF2-40B4-BE49-F238E27FC236}">
                <a16:creationId xmlns:a16="http://schemas.microsoft.com/office/drawing/2014/main" id="{51DEF0E2-6BB9-BFC6-F6C1-B84BC41BA832}"/>
              </a:ext>
            </a:extLst>
          </p:cNvPr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$40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XXX viewers in XXX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27" name="OLine1">
            <a:extLst>
              <a:ext uri="{FF2B5EF4-FFF2-40B4-BE49-F238E27FC236}">
                <a16:creationId xmlns:a16="http://schemas.microsoft.com/office/drawing/2014/main" id="{E33AF838-B6EE-5968-E023-E301BEC186C0}"/>
              </a:ext>
            </a:extLst>
          </p:cNvPr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OHdr1">
            <a:extLst>
              <a:ext uri="{FF2B5EF4-FFF2-40B4-BE49-F238E27FC236}">
                <a16:creationId xmlns:a16="http://schemas.microsoft.com/office/drawing/2014/main" id="{668B0064-594B-F2B7-05E0-337E377F7E41}"/>
              </a:ext>
            </a:extLst>
          </p:cNvPr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29" name="OLine2">
            <a:extLst>
              <a:ext uri="{FF2B5EF4-FFF2-40B4-BE49-F238E27FC236}">
                <a16:creationId xmlns:a16="http://schemas.microsoft.com/office/drawing/2014/main" id="{55A14E90-852E-A378-F8BD-614FB01A4DFE}"/>
              </a:ext>
            </a:extLst>
          </p:cNvPr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OHdr2">
            <a:extLst>
              <a:ext uri="{FF2B5EF4-FFF2-40B4-BE49-F238E27FC236}">
                <a16:creationId xmlns:a16="http://schemas.microsoft.com/office/drawing/2014/main" id="{7B763848-7ECA-D6A0-60CD-90E0EFCB0119}"/>
              </a:ext>
            </a:extLst>
          </p:cNvPr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31" name="OBody0">
            <a:extLst>
              <a:ext uri="{FF2B5EF4-FFF2-40B4-BE49-F238E27FC236}">
                <a16:creationId xmlns:a16="http://schemas.microsoft.com/office/drawing/2014/main" id="{B19BE520-93DB-4329-8CA2-EBCDC958B04F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$35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32" name="OBody0">
            <a:extLst>
              <a:ext uri="{FF2B5EF4-FFF2-40B4-BE49-F238E27FC236}">
                <a16:creationId xmlns:a16="http://schemas.microsoft.com/office/drawing/2014/main" id="{C607DA8D-0B15-2CEA-0D15-5308CBDB980C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$29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</p:spTree>
    <p:extLst>
      <p:ext uri="{BB962C8B-B14F-4D97-AF65-F5344CB8AC3E}">
        <p14:creationId xmlns:p14="http://schemas.microsoft.com/office/powerpoint/2010/main" val="375012515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9991e3c-4de5-4956-8de4-c71c59ac3722"/>
    <ds:schemaRef ds:uri="http://schemas.microsoft.com/office/2006/documentManagement/types"/>
    <ds:schemaRef ds:uri="http://www.w3.org/XML/1998/namespace"/>
    <ds:schemaRef ds:uri="a0547eee-aaa8-4b90-a1b8-3c540830c94d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2271B7D-56B8-4ECE-B0A1-9DDB812C0D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24A828-A1F2-4B60-A3AE-BB6B46C8B5C2}">
  <ds:schemaRefs>
    <ds:schemaRef ds:uri="a0547eee-aaa8-4b90-a1b8-3c540830c94d"/>
    <ds:schemaRef ds:uri="d9991e3c-4de5-4956-8de4-c71c59ac37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04342CAC-6E6A-47B8-9B45-7A4BA729A1ED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</TotalTime>
  <Words>424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3</cp:revision>
  <dcterms:created xsi:type="dcterms:W3CDTF">2025-08-18T20:56:00Z</dcterms:created>
  <dcterms:modified xsi:type="dcterms:W3CDTF">2026-03-11T14:06:18Z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  <property fmtid="{D5CDD505-2E9C-101B-9397-08002B2CF9AE}" pid="4" name="SRRegion">
    <vt:lpwstr/>
  </property>
  <property fmtid="{D5CDD505-2E9C-101B-9397-08002B2CF9AE}" pid="5" name="SRDepartment">
    <vt:lpwstr/>
  </property>
  <property fmtid="{D5CDD505-2E9C-101B-9397-08002B2CF9AE}" pid="6" name="SRCategory">
    <vt:lpwstr/>
  </property>
  <property fmtid="{D5CDD505-2E9C-101B-9397-08002B2CF9AE}" pid="7" name="SRContentType">
    <vt:lpwstr/>
  </property>
</Properties>
</file>