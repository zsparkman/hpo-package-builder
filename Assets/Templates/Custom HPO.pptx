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4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30409-6F21-49BD-BA3F-3A82C04F6F2A}" v="5" dt="2026-03-10T23:14:07.336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96" d="100"/>
          <a:sy n="96" d="100"/>
        </p:scale>
        <p:origin x="1590" y="312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2026-03-30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2026-03-30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3ECE-848D-F787-E262-68FF5CA01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4A1C9E55-C9D5-013F-E989-6BF57EA7AC7C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26088D5-D520-A709-13EC-A010675A5AB4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endParaRPr lang="en-US" b="1" dirty="0">
              <a:solidFill>
                <a:srgbClr val="D5D5D5"/>
              </a:solidFill>
              <a:latin typeface="Spectrum Sans Bold" panose="02110004020202020204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23F01E5-8D5C-B5A5-2608-00C589F549AC}"/>
              </a:ext>
            </a:extLst>
          </p:cNvPr>
          <p:cNvSpPr txBox="1">
            <a:spLocks/>
          </p:cNvSpPr>
          <p:nvPr/>
        </p:nvSpPr>
        <p:spPr>
          <a:xfrm>
            <a:off x="435864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ctrum Sans Book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4B39B0-FAE5-275B-EDC3-A3EF2FF0DFDC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CB1957C-053A-A68F-5B93-8359848CBDD7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4000" b="1" dirty="0"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latin typeface="Spectrum Sans Bold" panose="02110004020202020204"/>
                <a:cs typeface="Spectrum Sans Book" panose="020B0402020503020304" pitchFamily="34" charset="0"/>
              </a:rPr>
              <a:t>Custom HPO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>
                <a:outerShdw blurRad="63500" dist="38100" dir="2700000" algn="tl">
                  <a:srgbClr val="000000">
                    <a:alpha val="40000"/>
                  </a:srgbClr>
                </a:outerShdw>
              </a:effectLst>
              <a:uLnTx/>
              <a:uFillTx/>
              <a:latin typeface="Spectrum Sans Bold" panose="02110004020202020204"/>
              <a:ea typeface="+mn-ea"/>
              <a:cs typeface="Spectrum Sans Book" panose="020B04020205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08192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/>
</file>

<file path=customXml/itemProps1.xml><?xml version="1.0" encoding="utf-8"?>
<ds:datastoreItem xmlns:ds="http://schemas.openxmlformats.org/officeDocument/2006/customXml" ds:itemID="{020E764C-296D-40F1-B4A5-CAEC833EF05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3.xml><?xml version="1.0" encoding="utf-8"?>
<ds:datastoreItem xmlns:ds="http://schemas.openxmlformats.org/officeDocument/2006/customXml" ds:itemID="{12B3C130-8141-496F-8BE5-9CF1D1462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C52D6D2-615C-42E8-A3C5-D765C328535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2044</TotalTime>
  <Words>196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64</cp:revision>
  <dcterms:created xsi:type="dcterms:W3CDTF">2025-08-18T20:56:00Z</dcterms:created>
  <dcterms:modified xsi:type="dcterms:W3CDTF">2026-03-31T05:25:39Z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