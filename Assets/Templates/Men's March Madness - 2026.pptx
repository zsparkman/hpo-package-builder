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9" r:id="rId5"/>
    <p:sldMasterId id="2147483899" r:id="rId6"/>
    <p:sldMasterId id="2147483928" r:id="rId7"/>
    <p:sldMasterId id="2147483930" r:id="rId8"/>
  </p:sldMasterIdLst>
  <p:notesMasterIdLst>
    <p:notesMasterId r:id="rId10"/>
  </p:notesMasterIdLst>
  <p:handoutMasterIdLst>
    <p:handoutMasterId r:id="rId11"/>
  </p:handoutMasterIdLst>
  <p:sldIdLst>
    <p:sldId id="214747323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1968" userDrawn="1">
          <p15:clr>
            <a:srgbClr val="A4A3A4"/>
          </p15:clr>
        </p15:guide>
        <p15:guide id="4" pos="35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859B"/>
    <a:srgbClr val="EEEEEE"/>
    <a:srgbClr val="F2F2F2"/>
    <a:srgbClr val="627C8F"/>
    <a:srgbClr val="546A7A"/>
    <a:srgbClr val="445663"/>
    <a:srgbClr val="003053"/>
    <a:srgbClr val="003760"/>
    <a:srgbClr val="002E50"/>
    <a:srgbClr val="001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D2A0F4-D831-4BEA-8E60-7F7B3CAC557E}" v="12" dt="2026-03-11T03:25:04.663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67" autoAdjust="0"/>
    <p:restoredTop sz="94610"/>
  </p:normalViewPr>
  <p:slideViewPr>
    <p:cSldViewPr snapToGrid="0">
      <p:cViewPr varScale="1">
        <p:scale>
          <a:sx n="41" d="100"/>
          <a:sy n="41" d="100"/>
        </p:scale>
        <p:origin x="1662" y="270"/>
      </p:cViewPr>
      <p:guideLst>
        <p:guide orient="horz" pos="1968"/>
        <p:guide pos="35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>
        <p:scale>
          <a:sx n="1" d="2"/>
          <a:sy n="1" d="2"/>
        </p:scale>
        <p:origin x="4112" y="14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ch Sparkman" userId="7b660184e1cc24f9" providerId="LiveId" clId="{639B9D49-79E4-44ED-A90C-6963975DB8F3}"/>
    <pc:docChg chg="modSld">
      <pc:chgData name="Zach Sparkman" userId="7b660184e1cc24f9" providerId="LiveId" clId="{639B9D49-79E4-44ED-A90C-6963975DB8F3}" dt="2026-03-11T04:53:32.413" v="0" actId="6549"/>
      <pc:docMkLst>
        <pc:docMk/>
      </pc:docMkLst>
      <pc:sldChg chg="modSp mod">
        <pc:chgData name="Zach Sparkman" userId="7b660184e1cc24f9" providerId="LiveId" clId="{639B9D49-79E4-44ED-A90C-6963975DB8F3}" dt="2026-03-11T04:53:32.413" v="0" actId="6549"/>
        <pc:sldMkLst>
          <pc:docMk/>
          <pc:sldMk cId="1065980393" sldId="2147473235"/>
        </pc:sldMkLst>
        <pc:spChg chg="mod">
          <ac:chgData name="Zach Sparkman" userId="7b660184e1cc24f9" providerId="LiveId" clId="{639B9D49-79E4-44ED-A90C-6963975DB8F3}" dt="2026-03-11T04:53:32.413" v="0" actId="6549"/>
          <ac:spMkLst>
            <pc:docMk/>
            <pc:sldMk cId="1065980393" sldId="2147473235"/>
            <ac:spMk id="9" creationId="{2A54B189-26C2-19B8-4C6A-611613235212}"/>
          </ac:spMkLst>
        </pc:spChg>
      </pc:sldChg>
    </pc:docChg>
  </pc:docChgLst>
  <pc:docChgLst>
    <pc:chgData name="Sparkman, Zach E" userId="S::zach.sparkman@charter.com::a0fa8067-9197-4cb4-b572-088af4ff6e51" providerId="AD" clId="Web-{09D2A0F4-D831-4BEA-8E60-7F7B3CAC557E}"/>
    <pc:docChg chg="delSld modSld">
      <pc:chgData name="Sparkman, Zach E" userId="S::zach.sparkman@charter.com::a0fa8067-9197-4cb4-b572-088af4ff6e51" providerId="AD" clId="Web-{09D2A0F4-D831-4BEA-8E60-7F7B3CAC557E}" dt="2026-03-11T03:25:04.663" v="11" actId="20577"/>
      <pc:docMkLst>
        <pc:docMk/>
      </pc:docMkLst>
      <pc:sldChg chg="del">
        <pc:chgData name="Sparkman, Zach E" userId="S::zach.sparkman@charter.com::a0fa8067-9197-4cb4-b572-088af4ff6e51" providerId="AD" clId="Web-{09D2A0F4-D831-4BEA-8E60-7F7B3CAC557E}" dt="2026-03-11T03:24:50.053" v="0"/>
        <pc:sldMkLst>
          <pc:docMk/>
          <pc:sldMk cId="1977702510" sldId="2147473208"/>
        </pc:sldMkLst>
      </pc:sldChg>
      <pc:sldChg chg="del">
        <pc:chgData name="Sparkman, Zach E" userId="S::zach.sparkman@charter.com::a0fa8067-9197-4cb4-b572-088af4ff6e51" providerId="AD" clId="Web-{09D2A0F4-D831-4BEA-8E60-7F7B3CAC557E}" dt="2026-03-11T03:24:51.209" v="1"/>
        <pc:sldMkLst>
          <pc:docMk/>
          <pc:sldMk cId="3448017463" sldId="2147473220"/>
        </pc:sldMkLst>
      </pc:sldChg>
      <pc:sldChg chg="modSp">
        <pc:chgData name="Sparkman, Zach E" userId="S::zach.sparkman@charter.com::a0fa8067-9197-4cb4-b572-088af4ff6e51" providerId="AD" clId="Web-{09D2A0F4-D831-4BEA-8E60-7F7B3CAC557E}" dt="2026-03-11T03:25:04.663" v="11" actId="20577"/>
        <pc:sldMkLst>
          <pc:docMk/>
          <pc:sldMk cId="1065980393" sldId="2147473235"/>
        </pc:sldMkLst>
        <pc:spChg chg="mod">
          <ac:chgData name="Sparkman, Zach E" userId="S::zach.sparkman@charter.com::a0fa8067-9197-4cb4-b572-088af4ff6e51" providerId="AD" clId="Web-{09D2A0F4-D831-4BEA-8E60-7F7B3CAC557E}" dt="2026-03-11T03:25:04.663" v="11" actId="20577"/>
          <ac:spMkLst>
            <pc:docMk/>
            <pc:sldMk cId="1065980393" sldId="2147473235"/>
            <ac:spMk id="26" creationId="{7BA871CE-F8ED-1392-8A2E-7FFB2D6069D0}"/>
          </ac:spMkLst>
        </pc:spChg>
      </pc:sldChg>
      <pc:sldChg chg="del">
        <pc:chgData name="Sparkman, Zach E" userId="S::zach.sparkman@charter.com::a0fa8067-9197-4cb4-b572-088af4ff6e51" providerId="AD" clId="Web-{09D2A0F4-D831-4BEA-8E60-7F7B3CAC557E}" dt="2026-03-11T03:24:57.007" v="2"/>
        <pc:sldMkLst>
          <pc:docMk/>
          <pc:sldMk cId="139504052" sldId="214747323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CBECD9-9A0D-FB46-26DC-1E4169CFAC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D88310-5E3D-00B7-3F50-68DB60336D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EEBFE-8A87-DC4B-83D1-64E9257E4E50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48124D-BB00-0A8E-96BF-14D7E56F4F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7B043-95BE-1693-E733-F8CEF139EB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766071-78C0-6649-9C9A-D7E8960ECB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1611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A9494-7432-4242-91E8-82B2FB80EE9E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781830-4BF3-E441-835E-D441248A5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93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4204930" y="2727540"/>
            <a:ext cx="768096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4202515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625937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4204930" y="2727540"/>
            <a:ext cx="768096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4202515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1463094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304800" y="2727540"/>
            <a:ext cx="1158109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303388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228555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304800" y="2727540"/>
            <a:ext cx="1158109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303388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2323666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chemeClr val="bg2"/>
            </a:gs>
            <a:gs pos="0">
              <a:schemeClr val="bg2">
                <a:lumMod val="90000"/>
                <a:lumOff val="1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717" y="6483938"/>
            <a:ext cx="9238488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FF0F45-CFAF-F91A-5849-624818AEB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" r="47"/>
          <a:stretch/>
        </p:blipFill>
        <p:spPr>
          <a:xfrm>
            <a:off x="10848927" y="6441193"/>
            <a:ext cx="1080242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7150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8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80" userDrawn="1">
          <p15:clr>
            <a:srgbClr val="F26B43"/>
          </p15:clr>
        </p15:guide>
        <p15:guide id="4" pos="352" userDrawn="1">
          <p15:clr>
            <a:srgbClr val="F26B43"/>
          </p15:clr>
        </p15:guide>
        <p15:guide id="5" pos="7328" userDrawn="1">
          <p15:clr>
            <a:srgbClr val="F26B43"/>
          </p15:clr>
        </p15:guide>
        <p15:guide id="6" orient="horz" pos="824" userDrawn="1">
          <p15:clr>
            <a:srgbClr val="F26B43"/>
          </p15:clr>
        </p15:guide>
        <p15:guide id="7" orient="horz" pos="912" userDrawn="1">
          <p15:clr>
            <a:srgbClr val="F26B43"/>
          </p15:clr>
        </p15:guide>
        <p15:guide id="8" orient="horz" pos="3952" userDrawn="1">
          <p15:clr>
            <a:srgbClr val="F26B43"/>
          </p15:clr>
        </p15:guide>
        <p15:guide id="9" orient="horz" pos="3864" userDrawn="1">
          <p15:clr>
            <a:srgbClr val="F26B43"/>
          </p15:clr>
        </p15:guide>
        <p15:guide id="10" orient="horz" pos="41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rgbClr val="EEEEEE"/>
            </a:gs>
            <a:gs pos="0">
              <a:schemeClr val="bg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3338" y="6483938"/>
            <a:ext cx="9302262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8A5FE207-8C05-20FB-321D-52452CEEAB3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8" r="58"/>
          <a:stretch/>
        </p:blipFill>
        <p:spPr>
          <a:xfrm>
            <a:off x="10848927" y="6441193"/>
            <a:ext cx="1079991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7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chemeClr val="bg2"/>
            </a:gs>
            <a:gs pos="0">
              <a:schemeClr val="bg2">
                <a:lumMod val="90000"/>
                <a:lumOff val="1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717" y="6483938"/>
            <a:ext cx="9238488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FF0F45-CFAF-F91A-5849-624818AEB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" r="47"/>
          <a:stretch/>
        </p:blipFill>
        <p:spPr>
          <a:xfrm>
            <a:off x="10848927" y="6441193"/>
            <a:ext cx="1080242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905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rgbClr val="EEEEEE"/>
            </a:gs>
            <a:gs pos="0">
              <a:schemeClr val="bg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3338" y="6483938"/>
            <a:ext cx="9302262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8A5FE207-8C05-20FB-321D-52452CEEAB3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8" r="58"/>
          <a:stretch/>
        </p:blipFill>
        <p:spPr>
          <a:xfrm>
            <a:off x="10848927" y="6441193"/>
            <a:ext cx="1079991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91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3C721-C486-90AC-3213-1B94B50E7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FBDBF840-7433-BCA3-CB6D-77E96186C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01" y="330809"/>
            <a:ext cx="3529584" cy="1877731"/>
          </a:xfrm>
          <a:prstGeom prst="rect">
            <a:avLst/>
          </a:prstGeom>
        </p:spPr>
      </p:pic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8604AF90-147A-0AE5-C98D-B5FBE727A961}"/>
              </a:ext>
            </a:extLst>
          </p:cNvPr>
          <p:cNvSpPr txBox="1">
            <a:spLocks/>
          </p:cNvSpPr>
          <p:nvPr/>
        </p:nvSpPr>
        <p:spPr>
          <a:xfrm>
            <a:off x="305401" y="6145461"/>
            <a:ext cx="10297915" cy="640080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Open Sans" panose="020B0606030504020204" pitchFamily="34" charset="0"/>
                <a:cs typeface="Open Sans" panose="020B0606030504020204" pitchFamily="34" charset="0"/>
              </a:rPr>
              <a:t>Schedule subject to change. Network insertion may vary by market and is based on inventory availability.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A54B189-26C2-19B8-4C6A-611613235212}"/>
              </a:ext>
            </a:extLst>
          </p:cNvPr>
          <p:cNvSpPr txBox="1">
            <a:spLocks/>
          </p:cNvSpPr>
          <p:nvPr/>
        </p:nvSpPr>
        <p:spPr>
          <a:xfrm>
            <a:off x="3066473" y="2520413"/>
            <a:ext cx="881941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D5D5D5"/>
              </a:solidFill>
              <a:effectLst/>
              <a:uLnTx/>
              <a:uFillTx/>
              <a:latin typeface="Spectrum Sans Bold" panose="02110004020202020204"/>
              <a:ea typeface="+mn-ea"/>
              <a:cs typeface="+mn-cs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73F33B82-C90A-7C99-04F2-3A3F8EE7514E}"/>
              </a:ext>
            </a:extLst>
          </p:cNvPr>
          <p:cNvSpPr txBox="1">
            <a:spLocks/>
          </p:cNvSpPr>
          <p:nvPr/>
        </p:nvSpPr>
        <p:spPr>
          <a:xfrm>
            <a:off x="4264370" y="694390"/>
            <a:ext cx="3474720" cy="1463040"/>
          </a:xfrm>
          <a:prstGeom prst="roundRect">
            <a:avLst>
              <a:gd name="adj" fmla="val 0"/>
            </a:avLst>
          </a:prstGeom>
          <a:noFill/>
          <a:ln w="19050" cap="flat" cmpd="sng" algn="ctr">
            <a:noFill/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228600" rIns="0" bIns="18288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00" b="0" i="0" kern="1200">
                <a:noFill/>
                <a:latin typeface="+mn-lt"/>
                <a:ea typeface="+mn-ea"/>
                <a:cs typeface="+mn-cs"/>
              </a:defRPr>
            </a:lvl1pPr>
            <a:lvl2pPr marL="225425" indent="-2143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032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810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810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" rtl="0" eaLnBrk="1" fontAlgn="auto" latinLnBrk="0" hangingPunct="1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pectrum Sans Book" panose="02110004020202020204"/>
              <a:ea typeface="+mn-ea"/>
              <a:cs typeface="+mn-cs"/>
            </a:endParaRPr>
          </a:p>
          <a:p>
            <a:pPr marL="0" marR="0" lvl="0" indent="0" algn="l" defTabSz="91440" rtl="0" eaLnBrk="1" fontAlgn="auto" latinLnBrk="0" hangingPunct="1">
              <a:lnSpc>
                <a:spcPts val="12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03/15/26						Selection Sunday</a:t>
            </a:r>
          </a:p>
          <a:p>
            <a:pPr marL="0" marR="0" lvl="0" indent="0" algn="l" defTabSz="91440" rtl="0" eaLnBrk="1" fontAlgn="auto" latinLnBrk="0" hangingPunct="1">
              <a:lnSpc>
                <a:spcPts val="12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03/17-03/28			Men’s Play-In + Rounds 1-4</a:t>
            </a:r>
          </a:p>
          <a:p>
            <a:pPr marL="0" marR="0" lvl="0" indent="0" algn="l" defTabSz="91440" rtl="0" eaLnBrk="1" fontAlgn="auto" latinLnBrk="0" hangingPunct="1">
              <a:lnSpc>
                <a:spcPts val="12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03/18-03/30			Women’s Play-In + Rds 1-4</a:t>
            </a:r>
          </a:p>
          <a:p>
            <a:pPr marL="0" marR="0" lvl="0" indent="0" algn="l" defTabSz="91440" rtl="0" eaLnBrk="1" fontAlgn="auto" latinLnBrk="0" hangingPunct="1">
              <a:lnSpc>
                <a:spcPts val="12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04/03-04/05		Women’s Semis + Champ</a:t>
            </a:r>
          </a:p>
          <a:p>
            <a:pPr marL="0" marR="0" lvl="0" indent="0" algn="l" defTabSz="91440" rtl="0" eaLnBrk="1" fontAlgn="auto" latinLnBrk="0" hangingPunct="1">
              <a:lnSpc>
                <a:spcPts val="12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04/04-04/06		Men’s Semis + Championship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51CE5CD-C79C-A124-A87A-83AAA3712E85}"/>
              </a:ext>
            </a:extLst>
          </p:cNvPr>
          <p:cNvGrpSpPr/>
          <p:nvPr/>
        </p:nvGrpSpPr>
        <p:grpSpPr>
          <a:xfrm>
            <a:off x="8553297" y="902561"/>
            <a:ext cx="3078253" cy="1046697"/>
            <a:chOff x="7888848" y="4925600"/>
            <a:chExt cx="3078253" cy="1046697"/>
          </a:xfrm>
        </p:grpSpPr>
        <p:pic>
          <p:nvPicPr>
            <p:cNvPr id="17" name="Picture 16" descr="A white text on a black background&#10;&#10;Description automatically generated">
              <a:extLst>
                <a:ext uri="{FF2B5EF4-FFF2-40B4-BE49-F238E27FC236}">
                  <a16:creationId xmlns:a16="http://schemas.microsoft.com/office/drawing/2014/main" id="{99BA483F-136E-2543-2159-4AB077AD87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30095" b="31753"/>
            <a:stretch/>
          </p:blipFill>
          <p:spPr>
            <a:xfrm>
              <a:off x="7888848" y="5615682"/>
              <a:ext cx="898775" cy="274320"/>
            </a:xfrm>
            <a:prstGeom prst="rect">
              <a:avLst/>
            </a:prstGeom>
          </p:spPr>
        </p:pic>
        <p:pic>
          <p:nvPicPr>
            <p:cNvPr id="18" name="Picture 17" descr="A white text on a black background&#10;&#10;Description automatically generated">
              <a:extLst>
                <a:ext uri="{FF2B5EF4-FFF2-40B4-BE49-F238E27FC236}">
                  <a16:creationId xmlns:a16="http://schemas.microsoft.com/office/drawing/2014/main" id="{EE23EBC8-6BF3-7775-A94A-1AE9CF026B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35324" b="36659"/>
            <a:stretch/>
          </p:blipFill>
          <p:spPr>
            <a:xfrm>
              <a:off x="8933291" y="5650365"/>
              <a:ext cx="914400" cy="204954"/>
            </a:xfrm>
            <a:prstGeom prst="rect">
              <a:avLst/>
            </a:prstGeom>
          </p:spPr>
        </p:pic>
        <p:pic>
          <p:nvPicPr>
            <p:cNvPr id="19" name="Picture 18" descr="A red and white logo&#10;&#10;Description automatically generated">
              <a:extLst>
                <a:ext uri="{FF2B5EF4-FFF2-40B4-BE49-F238E27FC236}">
                  <a16:creationId xmlns:a16="http://schemas.microsoft.com/office/drawing/2014/main" id="{78F894D8-CFB3-ACF2-C6E1-2070A2A16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02129" y="5569961"/>
              <a:ext cx="364972" cy="36576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06787D5A-F37C-B38B-9F71-CE2E503B745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00125" y="5017523"/>
              <a:ext cx="365760" cy="36576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1" name="Picture 20" descr="A black and white logo&#10;&#10;Description automatically generated">
              <a:extLst>
                <a:ext uri="{FF2B5EF4-FFF2-40B4-BE49-F238E27FC236}">
                  <a16:creationId xmlns:a16="http://schemas.microsoft.com/office/drawing/2014/main" id="{8533AC2E-452D-5377-FC78-4DFF56BA5F1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11503" y="4925600"/>
              <a:ext cx="685800" cy="548640"/>
            </a:xfrm>
            <a:prstGeom prst="rect">
              <a:avLst/>
            </a:prstGeom>
          </p:spPr>
        </p:pic>
        <p:pic>
          <p:nvPicPr>
            <p:cNvPr id="22" name="Picture 21" descr="A black and white logo&#10;&#10;Description automatically generated">
              <a:extLst>
                <a:ext uri="{FF2B5EF4-FFF2-40B4-BE49-F238E27FC236}">
                  <a16:creationId xmlns:a16="http://schemas.microsoft.com/office/drawing/2014/main" id="{800579E9-725C-27ED-AC7A-AC7295AEB0E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894482" y="4938541"/>
              <a:ext cx="640080" cy="512064"/>
            </a:xfrm>
            <a:prstGeom prst="rect">
              <a:avLst/>
            </a:prstGeom>
          </p:spPr>
        </p:pic>
        <p:pic>
          <p:nvPicPr>
            <p:cNvPr id="23" name="Picture 22" descr="A black and white logo&#10;&#10;Description automatically generated">
              <a:extLst>
                <a:ext uri="{FF2B5EF4-FFF2-40B4-BE49-F238E27FC236}">
                  <a16:creationId xmlns:a16="http://schemas.microsoft.com/office/drawing/2014/main" id="{F914D1BB-54D1-5082-2585-A811E5BDCA4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698563" y="4927477"/>
              <a:ext cx="685800" cy="548640"/>
            </a:xfrm>
            <a:prstGeom prst="rect">
              <a:avLst/>
            </a:prstGeom>
          </p:spPr>
        </p:pic>
        <p:pic>
          <p:nvPicPr>
            <p:cNvPr id="24" name="Picture 23" descr="A black and white logo&#10;&#10;Description automatically generated">
              <a:extLst>
                <a:ext uri="{FF2B5EF4-FFF2-40B4-BE49-F238E27FC236}">
                  <a16:creationId xmlns:a16="http://schemas.microsoft.com/office/drawing/2014/main" id="{19C186C1-BCD2-E8F8-7CCB-AC05AB80D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929000" y="5533385"/>
              <a:ext cx="548640" cy="438912"/>
            </a:xfrm>
            <a:prstGeom prst="rect">
              <a:avLst/>
            </a:prstGeom>
          </p:spPr>
        </p:pic>
      </p:grp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BA871CE-F8ED-1392-8A2E-7FFB2D6069D0}"/>
              </a:ext>
            </a:extLst>
          </p:cNvPr>
          <p:cNvSpPr txBox="1">
            <a:spLocks/>
          </p:cNvSpPr>
          <p:nvPr/>
        </p:nvSpPr>
        <p:spPr>
          <a:xfrm>
            <a:off x="308484" y="338889"/>
            <a:ext cx="3529584" cy="1856232"/>
          </a:xfrm>
          <a:prstGeom prst="roundRect">
            <a:avLst>
              <a:gd name="adj" fmla="val 5698"/>
            </a:avLst>
          </a:prstGeom>
          <a:gradFill>
            <a:gsLst>
              <a:gs pos="0">
                <a:schemeClr val="accent1">
                  <a:lumMod val="100000"/>
                  <a:alpha val="60000"/>
                </a:schemeClr>
              </a:gs>
              <a:gs pos="100000">
                <a:schemeClr val="accent2">
                  <a:lumMod val="100000"/>
                  <a:alpha val="60000"/>
                </a:schemeClr>
              </a:gs>
            </a:gsLst>
            <a:lin ang="2700000" scaled="0"/>
          </a:gra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182880" tIns="91440" rIns="182880" bIns="9144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00" b="0" i="0" kern="1200">
                <a:noFill/>
                <a:latin typeface="+mn-lt"/>
                <a:ea typeface="+mn-ea"/>
                <a:cs typeface="+mn-cs"/>
              </a:defRPr>
            </a:lvl1pPr>
            <a:lvl2pPr marL="225425" indent="-2143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032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810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810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4000" b="1">
                <a:solidFill>
                  <a:srgbClr val="D5D5D5"/>
                </a:solidFill>
                <a:effectLst>
                  <a:outerShdw blurRad="63500" dist="38100" dir="2700000" algn="tl">
                    <a:srgbClr val="000000">
                      <a:alpha val="40000"/>
                    </a:srgbClr>
                  </a:outerShdw>
                </a:effectLst>
                <a:latin typeface="Spectrum Sans Bold" panose="02110004020202020204"/>
                <a:cs typeface="Spectrum Sans Book" panose="020B0402020503020304" pitchFamily="34" charset="0"/>
              </a:rPr>
              <a:t>Men's March Madness</a:t>
            </a:r>
            <a:endParaRPr lang="en-US" sz="4000" b="1" i="0" u="none" strike="noStrike" kern="1200" cap="none" spc="0" normalizeH="0" baseline="0" noProof="0">
              <a:ln>
                <a:noFill/>
              </a:ln>
              <a:solidFill>
                <a:srgbClr val="D5D5D5"/>
              </a:solidFill>
              <a:effectLst>
                <a:outerShdw blurRad="63500" dist="38100" dir="2700000" algn="tl">
                  <a:srgbClr val="000000">
                    <a:alpha val="40000"/>
                  </a:srgbClr>
                </a:outerShdw>
              </a:effectLst>
              <a:uLnTx/>
              <a:uFillTx/>
              <a:latin typeface="Spectrum Sans Bold" panose="02110004020202020204"/>
              <a:cs typeface="Spectrum Sans Book" panose="020B04020205030203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2D9EF6-B1E2-1998-F0CF-75A60B374DE6}"/>
              </a:ext>
            </a:extLst>
          </p:cNvPr>
          <p:cNvSpPr/>
          <p:nvPr/>
        </p:nvSpPr>
        <p:spPr>
          <a:xfrm>
            <a:off x="12353407" y="416806"/>
            <a:ext cx="2057240" cy="6024388"/>
          </a:xfrm>
          <a:prstGeom prst="rect">
            <a:avLst/>
          </a:prstGeom>
          <a:solidFill>
            <a:srgbClr val="FE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tIns="144000" rIns="144000" bIns="108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271EB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Customizable Package Slide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Many of these sections are modular. Please use this as your canvas to build a campaign package to fit your market or client needs, while maintaining the brand integrity and aesthetics.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Change Title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(if necessary).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Edit/Add Key Dates.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Edit/Add Network Logos.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Add Your Client Goals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(this section can be expanded or moved).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Add Campaign Package Details and/or Summary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for “In-Telecast”, “Multiscreen”, “Traditional TV”, or other…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Don’t need so much space for your package?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Check out the other Template on MSR’s Programming Page.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Remove Client Signature Line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(if unnecessary).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Quality Control: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From a brand perspective, please keep font, font size, font colors, aesthetics, and spacing consistent with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the rest of the slide.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Delete this Box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before presenting or sending to client. Best practice would be to create as a PDF instead of sending as a PPT.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2139"/>
              </a:solidFill>
              <a:effectLst/>
              <a:uLnTx/>
              <a:uFillTx/>
              <a:latin typeface="Spectrum Sans Book" panose="02110004020202020204"/>
              <a:ea typeface="Raleway" charset="0"/>
              <a:cs typeface="Raleway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090552-123B-CD02-E542-695900A18A04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677532" y="6491338"/>
            <a:ext cx="2729478" cy="20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98039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 Reach Template (Dark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Dark Corporate Template_V2" id="{D479DD0F-B512-604D-AF62-FCC13E140F7A}" vid="{7ED031FD-0DF8-DD45-92E1-033E75D38636}"/>
    </a:ext>
  </a:extLst>
</a:theme>
</file>

<file path=ppt/theme/theme2.xml><?xml version="1.0" encoding="utf-8"?>
<a:theme xmlns:a="http://schemas.openxmlformats.org/drawingml/2006/main" name="Spectrum Reach Template (Light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Light Corporate Template_V2" id="{FB5A57C7-924B-6043-B485-8467CDA4645E}" vid="{B34827AF-544B-2548-9365-B32429B9F4EE}"/>
    </a:ext>
  </a:extLst>
</a:theme>
</file>

<file path=ppt/theme/theme3.xml><?xml version="1.0" encoding="utf-8"?>
<a:theme xmlns:a="http://schemas.openxmlformats.org/drawingml/2006/main" name="1_Spectrum Reach Template (Dark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Dark Corporate Template_V2" id="{D479DD0F-B512-604D-AF62-FCC13E140F7A}" vid="{7ED031FD-0DF8-DD45-92E1-033E75D38636}"/>
    </a:ext>
  </a:extLst>
</a:theme>
</file>

<file path=ppt/theme/theme4.xml><?xml version="1.0" encoding="utf-8"?>
<a:theme xmlns:a="http://schemas.openxmlformats.org/drawingml/2006/main" name="1_Spectrum Reach Template (Light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Light Corporate Template_V2" id="{FB5A57C7-924B-6043-B485-8467CDA4645E}" vid="{B34827AF-544B-2548-9365-B32429B9F4E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/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0547eee-aaa8-4b90-a1b8-3c540830c94d" xsi:nil="true"/>
    <j54b65ba43ff43c48723fc8adc29d268 xmlns="a0547eee-aaa8-4b90-a1b8-3c540830c94d">
      <Terms xmlns="http://schemas.microsoft.com/office/infopath/2007/PartnerControls"/>
    </j54b65ba43ff43c48723fc8adc29d268>
    <l420c45215364e2eb38c14ab041199ab xmlns="a0547eee-aaa8-4b90-a1b8-3c540830c94d">
      <Terms xmlns="http://schemas.microsoft.com/office/infopath/2007/PartnerControls"/>
    </l420c45215364e2eb38c14ab041199ab>
    <la4ae81035174b1fba751a07ca4d086b xmlns="a0547eee-aaa8-4b90-a1b8-3c540830c94d">
      <Terms xmlns="http://schemas.microsoft.com/office/infopath/2007/PartnerControls"/>
    </la4ae81035174b1fba751a07ca4d086b>
    <_dlc_DocIdPersistId xmlns="a0547eee-aaa8-4b90-a1b8-3c540830c94d" xsi:nil="true"/>
    <SROwner xmlns="a0547eee-aaa8-4b90-a1b8-3c540830c94d">
      <UserInfo>
        <DisplayName/>
        <AccountId xsi:nil="true"/>
        <AccountType/>
      </UserInfo>
    </SROwner>
    <SRRenewal xmlns="a0547eee-aaa8-4b90-a1b8-3c540830c94d" xsi:nil="true"/>
    <j7c24873d3bf4df793fceec9ac332839 xmlns="a0547eee-aaa8-4b90-a1b8-3c540830c94d">
      <Terms xmlns="http://schemas.microsoft.com/office/infopath/2007/PartnerControls"/>
    </j7c24873d3bf4df793fceec9ac332839>
    <SRThumbnail xmlns="a0547eee-aaa8-4b90-a1b8-3c540830c94d">
      <Url xsi:nil="true"/>
      <Description xsi:nil="true"/>
    </SRThumbnail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SR Document" ma:contentTypeID="0x0101004498840A4C114E46B8C4ECA211F55C5E00E2F44E5BC511894F8C93D74DA4B18249" ma:contentTypeVersion="44" ma:contentTypeDescription="" ma:contentTypeScope="" ma:versionID="fd16523f0abdae274e19cd71c6bde544">
  <xsd:schema xmlns:xsd="http://www.w3.org/2001/XMLSchema" xmlns:xs="http://www.w3.org/2001/XMLSchema" xmlns:p="http://schemas.microsoft.com/office/2006/metadata/properties" xmlns:ns2="a0547eee-aaa8-4b90-a1b8-3c540830c94d" xmlns:ns3="d9991e3c-4de5-4956-8de4-c71c59ac3722" targetNamespace="http://schemas.microsoft.com/office/2006/metadata/properties" ma:root="true" ma:fieldsID="134456c98559cfd421d305b01f0f49fc" ns2:_="" ns3:_="">
    <xsd:import namespace="a0547eee-aaa8-4b90-a1b8-3c540830c94d"/>
    <xsd:import namespace="d9991e3c-4de5-4956-8de4-c71c59ac3722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SROwner" minOccurs="0"/>
                <xsd:element ref="ns2:SRThumbnail" minOccurs="0"/>
                <xsd:element ref="ns2:SRRenewal" minOccurs="0"/>
                <xsd:element ref="ns2:j54b65ba43ff43c48723fc8adc29d268" minOccurs="0"/>
                <xsd:element ref="ns2:TaxCatchAllLabel" minOccurs="0"/>
                <xsd:element ref="ns2:j7c24873d3bf4df793fceec9ac332839" minOccurs="0"/>
                <xsd:element ref="ns2:la4ae81035174b1fba751a07ca4d086b" minOccurs="0"/>
                <xsd:element ref="ns2:l420c45215364e2eb38c14ab041199ab" minOccurs="0"/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547eee-aaa8-4b90-a1b8-3c540830c94d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39f3f30-3b5f-4b47-89a8-2486f8c701eb}" ma:internalName="TaxCatchAll" ma:readOnly="false" ma:showField="CatchAllData" ma:web="a0547eee-aaa8-4b90-a1b8-3c540830c9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ROwner" ma:index="13" nillable="true" ma:displayName="Owner" ma:description="This column specifies the user who is responsible for a document or page. The selected user will be notified before the file expires and is responsible for renewing it as appropriate." ma:list="UserInfo" ma:SharePointGroup="0" ma:internalName="SROwn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RThumbnail" ma:index="15" nillable="true" ma:displayName="Thumbnail" ma:format="Hyperlink" ma:internalName="SRThumbnai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SRRenewal" ma:index="16" nillable="true" ma:displayName="Renewal" ma:internalName="SRRenewal" ma:readOnly="false">
      <xsd:simpleType>
        <xsd:restriction base="dms:Text">
          <xsd:maxLength value="255"/>
        </xsd:restriction>
      </xsd:simpleType>
    </xsd:element>
    <xsd:element name="j54b65ba43ff43c48723fc8adc29d268" ma:index="17" nillable="true" ma:taxonomy="true" ma:internalName="j54b65ba43ff43c48723fc8adc29d268" ma:taxonomyFieldName="SRCategory" ma:displayName="Category" ma:readOnly="false" ma:fieldId="{354b65ba-43ff-43c4-8723-fc8adc29d268}" ma:taxonomyMulti="true" ma:sspId="600d62cf-6361-4bdf-91d1-d22d0aee0dbf" ma:termSetId="bc56aafe-62f9-4582-a2fb-5380dde5b22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Label" ma:index="18" nillable="true" ma:displayName="Taxonomy Catch All Column1" ma:hidden="true" ma:list="{439f3f30-3b5f-4b47-89a8-2486f8c701eb}" ma:internalName="TaxCatchAllLabel" ma:readOnly="true" ma:showField="CatchAllDataLabel" ma:web="a0547eee-aaa8-4b90-a1b8-3c540830c9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j7c24873d3bf4df793fceec9ac332839" ma:index="19" nillable="true" ma:taxonomy="true" ma:internalName="j7c24873d3bf4df793fceec9ac332839" ma:taxonomyFieldName="SRDepartment" ma:displayName="Department" ma:readOnly="false" ma:fieldId="{37c24873-d3bf-4df7-93fc-eec9ac332839}" ma:sspId="600d62cf-6361-4bdf-91d1-d22d0aee0dbf" ma:termSetId="2f801aac-3610-4b87-8889-e6ded790279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a4ae81035174b1fba751a07ca4d086b" ma:index="20" nillable="true" ma:taxonomy="true" ma:internalName="la4ae81035174b1fba751a07ca4d086b" ma:taxonomyFieldName="SRRegion" ma:displayName="Region" ma:readOnly="false" ma:fieldId="{5a4ae810-3517-4b1f-ba75-1a07ca4d086b}" ma:taxonomyMulti="true" ma:sspId="600d62cf-6361-4bdf-91d1-d22d0aee0dbf" ma:termSetId="3679b8ac-9e6f-4522-94aa-37866bf4f82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420c45215364e2eb38c14ab041199ab" ma:index="21" nillable="true" ma:taxonomy="true" ma:internalName="l420c45215364e2eb38c14ab041199ab" ma:taxonomyFieldName="SRContentType" ma:displayName="Content Type" ma:readOnly="false" ma:fieldId="{5420c452-1536-4e2e-b38c-14ab041199ab}" ma:sspId="600d62cf-6361-4bdf-91d1-d22d0aee0dbf" ma:termSetId="b36241c5-e920-49a3-80ea-985b47ef557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_dlc_DocId" ma:index="22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23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4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991e3c-4de5-4956-8de4-c71c59ac37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27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/>
</file>

<file path=customXml/itemProps1.xml><?xml version="1.0" encoding="utf-8"?>
<ds:datastoreItem xmlns:ds="http://schemas.openxmlformats.org/officeDocument/2006/customXml" ds:itemID="{F935B857-3D94-4C17-9CED-92477EFC354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4A687C3-2BAD-4AD7-9EA3-756AF9ACB115}">
  <ds:schemaRefs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0212352b-2682-46bb-beb5-9da4ea9226e1"/>
    <ds:schemaRef ds:uri="7a70ef4c-5183-4fb2-bf69-1cc1bbd63d67"/>
    <ds:schemaRef ds:uri="http://schemas.openxmlformats.org/package/2006/metadata/core-properties"/>
    <ds:schemaRef ds:uri="http://purl.org/dc/dcmitype/"/>
    <ds:schemaRef ds:uri="a0547eee-aaa8-4b90-a1b8-3c540830c94d"/>
  </ds:schemaRefs>
</ds:datastoreItem>
</file>

<file path=customXml/itemProps3.xml><?xml version="1.0" encoding="utf-8"?>
<ds:datastoreItem xmlns:ds="http://schemas.openxmlformats.org/officeDocument/2006/customXml" ds:itemID="{A4BCF0F5-F8A1-4268-BC58-B16D526F51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547eee-aaa8-4b90-a1b8-3c540830c94d"/>
    <ds:schemaRef ds:uri="d9991e3c-4de5-4956-8de4-c71c59ac37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79D0A483-7ADE-4980-AE88-8E5FB9B98F42}">
  <ds:schemaRefs>
    <ds:schemaRef ds:uri="http://schemas.microsoft.com/sharepoint/events"/>
  </ds:schemaRefs>
</ds:datastoreItem>
</file>

<file path=docMetadata/LabelInfo.xml><?xml version="1.0" encoding="utf-8"?>
<clbl:labelList xmlns:clbl="http://schemas.microsoft.com/office/2020/mipLabelMetadata">
  <clbl:label id="{9082f31f-07f9-4a11-acf8-7575926c312d}" enabled="1" method="Privileged" siteId="{c921337c-1160-432a-b079-805f591128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Spectrum Reach Template (Dark)</Template>
  <TotalTime>1988</TotalTime>
  <Words>238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Aptos</vt:lpstr>
      <vt:lpstr>Arial</vt:lpstr>
      <vt:lpstr>Calibri</vt:lpstr>
      <vt:lpstr>Spectrum Sans</vt:lpstr>
      <vt:lpstr>Spectrum Sans Bold</vt:lpstr>
      <vt:lpstr>Spectrum Sans Book</vt:lpstr>
      <vt:lpstr>Spectrum Reach Template (Dark)</vt:lpstr>
      <vt:lpstr>Spectrum Reach Template (Light)</vt:lpstr>
      <vt:lpstr>1_Spectrum Reach Template (Dark)</vt:lpstr>
      <vt:lpstr>1_Spectrum Reach Template (Light)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Sports HPO</dc:title>
  <dc:creator>Brent Carter</dc:creator>
  <cp:lastModifiedBy>Zach Sparkman</cp:lastModifiedBy>
  <cp:revision>60</cp:revision>
  <dcterms:created xsi:type="dcterms:W3CDTF">2025-08-18T20:56:00Z</dcterms:created>
  <dcterms:modified xsi:type="dcterms:W3CDTF">2026-03-11T04:53:33Z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0x0101004498840A4C114E46B8C4ECA211F55C5E00E2F44E5BC511894F8C93D74DA4B18249</vt:lpwstr>
  </property>
  <property fmtid="{D5CDD505-2E9C-101B-9397-08002B2CF9AE}" pid="3" name="MediaServiceImageTags">
    <vt:lpwstr/>
  </property>
</Properties>
</file>