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4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3B4899-0DB4-C1A5-A0B7-A4A342DD89CA}" v="4" dt="2026-03-11T03:29:44.038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41" d="100"/>
          <a:sy n="41" d="100"/>
        </p:scale>
        <p:origin x="1662" y="270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 Sparkman" userId="7b660184e1cc24f9" providerId="LiveId" clId="{639B9D49-79E4-44ED-A90C-6963975DB8F3}"/>
    <pc:docChg chg="modSld">
      <pc:chgData name="Zach Sparkman" userId="7b660184e1cc24f9" providerId="LiveId" clId="{639B9D49-79E4-44ED-A90C-6963975DB8F3}" dt="2026-03-11T04:54:46.619" v="7" actId="20577"/>
      <pc:docMkLst>
        <pc:docMk/>
      </pc:docMkLst>
      <pc:sldChg chg="modSp mod">
        <pc:chgData name="Zach Sparkman" userId="7b660184e1cc24f9" providerId="LiveId" clId="{639B9D49-79E4-44ED-A90C-6963975DB8F3}" dt="2026-03-11T04:54:46.619" v="7" actId="20577"/>
        <pc:sldMkLst>
          <pc:docMk/>
          <pc:sldMk cId="765916696" sldId="2147473241"/>
        </pc:sldMkLst>
        <pc:spChg chg="mod">
          <ac:chgData name="Zach Sparkman" userId="7b660184e1cc24f9" providerId="LiveId" clId="{639B9D49-79E4-44ED-A90C-6963975DB8F3}" dt="2026-03-11T04:54:46.619" v="7" actId="20577"/>
          <ac:spMkLst>
            <pc:docMk/>
            <pc:sldMk cId="765916696" sldId="2147473241"/>
            <ac:spMk id="34" creationId="{6121DF8C-19BA-40D7-DF07-21FC14456825}"/>
          </ac:spMkLst>
        </pc:spChg>
      </pc:sldChg>
    </pc:docChg>
  </pc:docChgLst>
  <pc:docChgLst>
    <pc:chgData name="Sparkman, Zach E" userId="S::zach.sparkman@charter.com::a0fa8067-9197-4cb4-b572-088af4ff6e51" providerId="AD" clId="Web-{093B4899-0DB4-C1A5-A0B7-A4A342DD89CA}"/>
    <pc:docChg chg="delSld modSld">
      <pc:chgData name="Sparkman, Zach E" userId="S::zach.sparkman@charter.com::a0fa8067-9197-4cb4-b572-088af4ff6e51" providerId="AD" clId="Web-{093B4899-0DB4-C1A5-A0B7-A4A342DD89CA}" dt="2026-03-11T03:29:44.038" v="3" actId="20577"/>
      <pc:docMkLst>
        <pc:docMk/>
      </pc:docMkLst>
      <pc:sldChg chg="del">
        <pc:chgData name="Sparkman, Zach E" userId="S::zach.sparkman@charter.com::a0fa8067-9197-4cb4-b572-088af4ff6e51" providerId="AD" clId="Web-{093B4899-0DB4-C1A5-A0B7-A4A342DD89CA}" dt="2026-03-11T03:29:36.381" v="0"/>
        <pc:sldMkLst>
          <pc:docMk/>
          <pc:sldMk cId="2090144015" sldId="2147473212"/>
        </pc:sldMkLst>
      </pc:sldChg>
      <pc:sldChg chg="del">
        <pc:chgData name="Sparkman, Zach E" userId="S::zach.sparkman@charter.com::a0fa8067-9197-4cb4-b572-088af4ff6e51" providerId="AD" clId="Web-{093B4899-0DB4-C1A5-A0B7-A4A342DD89CA}" dt="2026-03-11T03:29:39.975" v="2"/>
        <pc:sldMkLst>
          <pc:docMk/>
          <pc:sldMk cId="3094894627" sldId="2147473223"/>
        </pc:sldMkLst>
      </pc:sldChg>
      <pc:sldChg chg="modSp">
        <pc:chgData name="Sparkman, Zach E" userId="S::zach.sparkman@charter.com::a0fa8067-9197-4cb4-b572-088af4ff6e51" providerId="AD" clId="Web-{093B4899-0DB4-C1A5-A0B7-A4A342DD89CA}" dt="2026-03-11T03:29:44.038" v="3" actId="20577"/>
        <pc:sldMkLst>
          <pc:docMk/>
          <pc:sldMk cId="765916696" sldId="2147473241"/>
        </pc:sldMkLst>
        <pc:spChg chg="mod">
          <ac:chgData name="Sparkman, Zach E" userId="S::zach.sparkman@charter.com::a0fa8067-9197-4cb4-b572-088af4ff6e51" providerId="AD" clId="Web-{093B4899-0DB4-C1A5-A0B7-A4A342DD89CA}" dt="2026-03-11T03:29:44.038" v="3" actId="20577"/>
          <ac:spMkLst>
            <pc:docMk/>
            <pc:sldMk cId="765916696" sldId="2147473241"/>
            <ac:spMk id="9" creationId="{61B01F58-7733-D214-BA11-819F791E8F39}"/>
          </ac:spMkLst>
        </pc:spChg>
      </pc:sldChg>
      <pc:sldChg chg="del">
        <pc:chgData name="Sparkman, Zach E" userId="S::zach.sparkman@charter.com::a0fa8067-9197-4cb4-b572-088af4ff6e51" providerId="AD" clId="Web-{093B4899-0DB4-C1A5-A0B7-A4A342DD89CA}" dt="2026-03-11T03:29:38.631" v="1"/>
        <pc:sldMkLst>
          <pc:docMk/>
          <pc:sldMk cId="1367711926" sldId="21474732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146309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232366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BF0DF-998B-5F4C-85F1-55F38F84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6814B3D4-268E-A624-0223-201C53C72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56" y="329462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50850F29-1533-CDCE-7C52-EE78F9DAA350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1B01F58-7733-D214-BA11-819F791E8F39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/>
              <a:uLnTx/>
              <a:uFillTx/>
              <a:latin typeface="Spectrum Sans Bold" panose="02110004020202020204"/>
            </a:endParaRP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6121DF8C-19BA-40D7-DF07-21FC14456825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NHL</a:t>
            </a:r>
            <a:b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</a:b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Playoffs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>
                <a:outerShdw blurRad="63500" dist="38100" dir="2700000" algn="tl">
                  <a:srgbClr val="000000">
                    <a:alpha val="40000"/>
                  </a:srgbClr>
                </a:outerShdw>
              </a:effectLst>
              <a:uLnTx/>
              <a:uFillTx/>
              <a:latin typeface="Spectrum Sans Bold" panose="02110004020202020204"/>
              <a:ea typeface="+mn-ea"/>
              <a:cs typeface="Spectrum Sans Book" panose="020B0402020503020304" pitchFamily="34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B0E6F3D-873A-D75A-D291-707CC9B53496}"/>
              </a:ext>
            </a:extLst>
          </p:cNvPr>
          <p:cNvSpPr txBox="1">
            <a:spLocks/>
          </p:cNvSpPr>
          <p:nvPr/>
        </p:nvSpPr>
        <p:spPr>
          <a:xfrm>
            <a:off x="435864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10/07-04/16			Regular Season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02/04-02/22			Winter Olympics Break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04/18-05/18			Round One + Two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05/20-06/01			Conference Finals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06/03-06/19			Stanley Cup Finals (in S/L)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06/26-06/27			NHL Draft (2 Days)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DE6905-03E7-2BB7-38EA-46125ED54AB6}"/>
              </a:ext>
            </a:extLst>
          </p:cNvPr>
          <p:cNvGrpSpPr/>
          <p:nvPr/>
        </p:nvGrpSpPr>
        <p:grpSpPr>
          <a:xfrm>
            <a:off x="8604943" y="927274"/>
            <a:ext cx="2898729" cy="1068963"/>
            <a:chOff x="8604943" y="927274"/>
            <a:chExt cx="2898729" cy="10689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48032D-111A-23C1-8074-3B7A70132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216" y="1476663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 descr="A black and white logo&#10;&#10;Description automatically generated">
              <a:extLst>
                <a:ext uri="{FF2B5EF4-FFF2-40B4-BE49-F238E27FC236}">
                  <a16:creationId xmlns:a16="http://schemas.microsoft.com/office/drawing/2014/main" id="{98B6FD9E-B136-EA6C-EC76-4E18EFD62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94614" y="940909"/>
              <a:ext cx="548640" cy="438912"/>
            </a:xfrm>
            <a:prstGeom prst="rect">
              <a:avLst/>
            </a:prstGeom>
          </p:spPr>
        </p:pic>
        <p:pic>
          <p:nvPicPr>
            <p:cNvPr id="10" name="Picture 9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1843CA3D-FDC1-D23F-2A76-7A22610314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30095" b="31753"/>
            <a:stretch/>
          </p:blipFill>
          <p:spPr>
            <a:xfrm>
              <a:off x="8610508" y="1035140"/>
              <a:ext cx="731520" cy="223271"/>
            </a:xfrm>
            <a:prstGeom prst="rect">
              <a:avLst/>
            </a:prstGeom>
          </p:spPr>
        </p:pic>
        <p:pic>
          <p:nvPicPr>
            <p:cNvPr id="13" name="Picture 12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A52781E9-702F-3FD3-369F-68E24C36B4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35324" b="36659"/>
            <a:stretch/>
          </p:blipFill>
          <p:spPr>
            <a:xfrm>
              <a:off x="9452561" y="1064794"/>
              <a:ext cx="731520" cy="163964"/>
            </a:xfrm>
            <a:prstGeom prst="rect">
              <a:avLst/>
            </a:prstGeom>
          </p:spPr>
        </p:pic>
        <p:pic>
          <p:nvPicPr>
            <p:cNvPr id="14" name="Picture 13" descr="A red and white logo&#10;&#10;Description automatically generated">
              <a:extLst>
                <a:ext uri="{FF2B5EF4-FFF2-40B4-BE49-F238E27FC236}">
                  <a16:creationId xmlns:a16="http://schemas.microsoft.com/office/drawing/2014/main" id="{5BC970F0-26AD-5FBB-6AEB-53BA93A09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496" y="1476663"/>
              <a:ext cx="456215" cy="4572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D8786D2-5236-60EA-77E3-7C6DDA9F0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63814" y="1448213"/>
              <a:ext cx="640080" cy="510833"/>
            </a:xfrm>
            <a:prstGeom prst="rect">
              <a:avLst/>
            </a:prstGeom>
          </p:spPr>
        </p:pic>
        <p:pic>
          <p:nvPicPr>
            <p:cNvPr id="26" name="Picture 25" descr="A black and white logo&#10;&#10;Description automatically generated">
              <a:extLst>
                <a:ext uri="{FF2B5EF4-FFF2-40B4-BE49-F238E27FC236}">
                  <a16:creationId xmlns:a16="http://schemas.microsoft.com/office/drawing/2014/main" id="{1D76C81A-A22A-4347-D042-00BEA8709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955032" y="927274"/>
              <a:ext cx="548640" cy="438912"/>
            </a:xfrm>
            <a:prstGeom prst="rect">
              <a:avLst/>
            </a:prstGeom>
          </p:spPr>
        </p:pic>
        <p:pic>
          <p:nvPicPr>
            <p:cNvPr id="27" name="Picture 26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F2C34AD7-3FE6-3D44-A727-2C090B0C9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04943" y="1411021"/>
              <a:ext cx="731520" cy="585216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BA2419D-593D-6AFE-08C3-A38E02EC031B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66E6CE-C1AD-473A-4D16-60E38545972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16696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EC52D6D2-615C-42E8-A3C5-D765C32853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B3C130-8141-496F-8BE5-9CF1D146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4.xml><?xml version="1.0" encoding="utf-8"?>
<ds:datastoreItem xmlns:ds="http://schemas.openxmlformats.org/officeDocument/2006/customXml" ds:itemID="{020E764C-296D-40F1-B4A5-CAEC833EF05C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1987</TotalTime>
  <Words>247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63</cp:revision>
  <dcterms:created xsi:type="dcterms:W3CDTF">2025-08-18T20:56:00Z</dcterms:created>
  <dcterms:modified xsi:type="dcterms:W3CDTF">2026-03-11T04:54:48Z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