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4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30409-6F21-49BD-BA3F-3A82C04F6F2A}" v="5" dt="2026-03-10T23:14:07.336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26" d="100"/>
          <a:sy n="26" d="100"/>
        </p:scale>
        <p:origin x="1568" y="36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2026-03-24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2026-03-24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3ECE-848D-F787-E262-68FF5CA01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CA5ACC1-8104-1B4A-E39E-E395973DD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07" y="326626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4A1C9E55-C9D5-013F-E989-6BF57EA7AC7C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26088D5-D520-A709-13EC-A010675A5AB4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endParaRPr lang="en-US" b="1" dirty="0">
              <a:solidFill>
                <a:srgbClr val="D5D5D5"/>
              </a:solidFill>
              <a:latin typeface="Spectrum Sans Bold" panose="02110004020202020204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23F01E5-8D5C-B5A5-2608-00C589F549AC}"/>
              </a:ext>
            </a:extLst>
          </p:cNvPr>
          <p:cNvSpPr txBox="1">
            <a:spLocks/>
          </p:cNvSpPr>
          <p:nvPr/>
        </p:nvSpPr>
        <p:spPr>
          <a:xfrm>
            <a:off x="435864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4/81-6/21			      NBA Playoffs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04/18-05/17			Rund One + Two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05/19-06/01			Conference Finals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06/04-06/21			NBA Finals (in Spanish)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CB1957C-053A-A68F-5B93-8359848CBDD7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NBA </a:t>
            </a:r>
            <a:r>
              <a:rPr lang="en-US" sz="4000" b="1" dirty="0"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latin typeface="Spectrum Sans Bold" panose="02110004020202020204"/>
                <a:cs typeface="Spectrum Sans Book" panose="020B0402020503020304" pitchFamily="34" charset="0"/>
              </a:rPr>
              <a:t>Playoffs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>
                <a:outerShdw blurRad="63500" dist="38100" dir="2700000" algn="tl">
                  <a:srgbClr val="000000">
                    <a:alpha val="40000"/>
                  </a:srgbClr>
                </a:outerShdw>
              </a:effectLst>
              <a:uLnTx/>
              <a:uFillTx/>
              <a:latin typeface="Spectrum Sans Bold" panose="02110004020202020204"/>
              <a:ea typeface="+mn-ea"/>
              <a:cs typeface="Spectrum Sans Book" panose="020B04020205030203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4B39B0-FAE5-275B-EDC3-A3EF2FF0DFDC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3A98B9-3A2C-2297-8800-1E4D86D1B674}"/>
              </a:ext>
            </a:extLst>
          </p:cNvPr>
          <p:cNvGrpSpPr/>
          <p:nvPr/>
        </p:nvGrpSpPr>
        <p:grpSpPr>
          <a:xfrm>
            <a:off x="8694550" y="922822"/>
            <a:ext cx="2782852" cy="1056537"/>
            <a:chOff x="8665513" y="955979"/>
            <a:chExt cx="2782852" cy="105653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A2BBB22-1EA8-0FE8-BB14-54B4042C3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4347" y="1555316"/>
              <a:ext cx="365760" cy="36576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Picture 22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2B737D43-650F-8C3E-8E06-FCAB6326E2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0095" b="31753"/>
            <a:stretch/>
          </p:blipFill>
          <p:spPr>
            <a:xfrm>
              <a:off x="8665513" y="1076241"/>
              <a:ext cx="898775" cy="274320"/>
            </a:xfrm>
            <a:prstGeom prst="rect">
              <a:avLst/>
            </a:prstGeom>
          </p:spPr>
        </p:pic>
        <p:pic>
          <p:nvPicPr>
            <p:cNvPr id="24" name="Picture 23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8ACFE9D0-AFE5-7235-7AEB-6C81CACB83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35324" b="36659"/>
            <a:stretch/>
          </p:blipFill>
          <p:spPr>
            <a:xfrm>
              <a:off x="9701762" y="1122204"/>
              <a:ext cx="914400" cy="204954"/>
            </a:xfrm>
            <a:prstGeom prst="rect">
              <a:avLst/>
            </a:prstGeom>
          </p:spPr>
        </p:pic>
        <p:pic>
          <p:nvPicPr>
            <p:cNvPr id="25" name="Picture 24" descr="A red and white logo&#10;&#10;Description automatically generated">
              <a:extLst>
                <a:ext uri="{FF2B5EF4-FFF2-40B4-BE49-F238E27FC236}">
                  <a16:creationId xmlns:a16="http://schemas.microsoft.com/office/drawing/2014/main" id="{C9CD4E2E-F5FE-678A-18D3-CE4F6133A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35699" y="1555316"/>
              <a:ext cx="364972" cy="365760"/>
            </a:xfrm>
            <a:prstGeom prst="rect">
              <a:avLst/>
            </a:prstGeom>
          </p:spPr>
        </p:pic>
        <p:pic>
          <p:nvPicPr>
            <p:cNvPr id="26" name="Picture 25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5BEC482B-9232-1259-2D43-E05D30E42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762565" y="955979"/>
              <a:ext cx="685800" cy="548640"/>
            </a:xfrm>
            <a:prstGeom prst="rect">
              <a:avLst/>
            </a:prstGeom>
          </p:spPr>
        </p:pic>
        <p:pic>
          <p:nvPicPr>
            <p:cNvPr id="27" name="Picture 26" descr="A logo with a person holding a ball&#10;&#10;Description automatically generated">
              <a:extLst>
                <a:ext uri="{FF2B5EF4-FFF2-40B4-BE49-F238E27FC236}">
                  <a16:creationId xmlns:a16="http://schemas.microsoft.com/office/drawing/2014/main" id="{83E4D337-51C7-4457-2D69-B98E47656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6223" y="1463876"/>
              <a:ext cx="685800" cy="548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908192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?mso-contentType ?>
<FormTemplates xmlns="http://schemas.microsoft.com/sharepoint/v3/contenttype/form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Props1.xml><?xml version="1.0" encoding="utf-8"?>
<ds:datastoreItem xmlns:ds="http://schemas.openxmlformats.org/officeDocument/2006/customXml" ds:itemID="{020E764C-296D-40F1-B4A5-CAEC833EF05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C52D6D2-615C-42E8-A3C5-D765C32853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B3C130-8141-496F-8BE5-9CF1D1462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2043</TotalTime>
  <Words>227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AI-Operator</cp:lastModifiedBy>
  <cp:revision>63</cp:revision>
  <dcterms:created xsi:type="dcterms:W3CDTF">2025-08-18T20:56:00Z</dcterms:created>
  <dcterms:modified xsi:type="dcterms:W3CDTF">2026-03-24T16:52:48Z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