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slideLayouts/slideLayout2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89" r:id="rId5"/>
    <p:sldMasterId id="2147483899" r:id="rId6"/>
    <p:sldMasterId id="2147483928" r:id="rId7"/>
    <p:sldMasterId id="2147483930" r:id="rId8"/>
  </p:sldMasterIdLst>
  <p:notesMasterIdLst>
    <p:notesMasterId r:id="rId10"/>
  </p:notesMasterIdLst>
  <p:handoutMasterIdLst>
    <p:handoutMasterId r:id="rId11"/>
  </p:handoutMasterIdLst>
  <p:sldIdLst>
    <p:sldId id="2147473227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1968" userDrawn="1">
          <p15:clr>
            <a:srgbClr val="A4A3A4"/>
          </p15:clr>
        </p15:guide>
        <p15:guide id="4" pos="3528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859B"/>
    <a:srgbClr val="EEEEEE"/>
    <a:srgbClr val="F2F2F2"/>
    <a:srgbClr val="627C8F"/>
    <a:srgbClr val="546A7A"/>
    <a:srgbClr val="445663"/>
    <a:srgbClr val="003053"/>
    <a:srgbClr val="003760"/>
    <a:srgbClr val="002E50"/>
    <a:srgbClr val="001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367" autoAdjust="0"/>
    <p:restoredTop sz="94610"/>
  </p:normalViewPr>
  <p:slideViewPr>
    <p:cSldViewPr snapToGrid="0">
      <p:cViewPr>
        <p:scale>
          <a:sx n="100" d="100"/>
          <a:sy n="100" d="100"/>
        </p:scale>
        <p:origin x="1428" y="186"/>
      </p:cViewPr>
      <p:guideLst>
        <p:guide orient="horz" pos="1968"/>
        <p:guide pos="352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" d="1"/>
        <a:sy n="1" d="1"/>
      </p:scale>
      <p:origin x="0" y="0"/>
    </p:cViewPr>
  </p:sorterViewPr>
  <p:notesViewPr>
    <p:cSldViewPr snapToGrid="0">
      <p:cViewPr>
        <p:scale>
          <a:sx n="1" d="2"/>
          <a:sy n="1" d="2"/>
        </p:scale>
        <p:origin x="4112" y="1496"/>
      </p:cViewPr>
      <p:guideLst/>
    </p:cSldViewPr>
  </p:notesViewPr>
  <p:gridSpacing cx="38100" cy="381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Master" Target="slideMasters/slideMaster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handoutMaster" Target="handoutMasters/handoutMaster1.xml"/><Relationship Id="rId5" Type="http://schemas.openxmlformats.org/officeDocument/2006/relationships/slideMaster" Target="slideMasters/slideMaster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customXml" Target="../customXml/item4.xml"/><Relationship Id="rId9" Type="http://schemas.openxmlformats.org/officeDocument/2006/relationships/slide" Target="slides/slide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DCBECD9-9A0D-FB46-26DC-1E4169CFAC1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D88310-5E3D-00B7-3F50-68DB60336DF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8EEBFE-8A87-DC4B-83D1-64E9257E4E50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048124D-BB00-0A8E-96BF-14D7E56F4F39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67B043-95BE-1693-E733-F8CEF139EB8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D766071-78C0-6649-9C9A-D7E8960ECBA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11611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D6A9494-7432-4242-91E8-82B2FB80EE9E}" type="datetimeFigureOut">
              <a:rPr lang="en-US" smtClean="0"/>
              <a:t>4/8/2026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781830-4BF3-E441-835E-D441248A5DA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2939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781830-4BF3-E441-835E-D441248A5DA0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32171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2026-04-08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4204930" y="2727540"/>
            <a:ext cx="768096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4202515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6259379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E951F8-4E0A-4761-EE19-A087CB2CD62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10"/>
          </p:nvPr>
        </p:nvSpPr>
        <p:spPr>
          <a:xfrm flipH="1">
            <a:off x="-84287" y="-3175"/>
            <a:ext cx="0" cy="0"/>
          </a:xfrm>
        </p:spPr>
        <p:txBody>
          <a:bodyPr/>
          <a:lstStyle/>
          <a:p>
            <a:fld id="{490F82D5-E79D-AA43-A25E-D6C391467F8C}" type="datetime1">
              <a:rPr lang="en-CA" smtClean="0"/>
              <a:t>2026-04-08</a:t>
            </a:fld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234A10-CF88-25DB-0542-C012E61E0696}"/>
              </a:ext>
            </a:extLst>
          </p:cNvPr>
          <p:cNvSpPr/>
          <p:nvPr userDrawn="1"/>
        </p:nvSpPr>
        <p:spPr>
          <a:xfrm>
            <a:off x="0" y="6802244"/>
            <a:ext cx="12192000" cy="55756"/>
          </a:xfrm>
          <a:prstGeom prst="rect">
            <a:avLst/>
          </a:prstGeom>
          <a:gradFill>
            <a:gsLst>
              <a:gs pos="15000">
                <a:schemeClr val="accent1"/>
              </a:gs>
              <a:gs pos="85000">
                <a:schemeClr val="accent2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>
              <a:spcBef>
                <a:spcPts val="900"/>
              </a:spcBef>
            </a:pPr>
            <a:endParaRPr lang="en-US" sz="2000" b="0" i="0" dirty="0">
              <a:latin typeface="Spectrum Sans" panose="020B0502020503020304" pitchFamily="34" charset="0"/>
              <a:cs typeface="Spectrum Sans" panose="020B05020205030203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F7813AD-4E35-9E50-4055-6A0334B4C525}"/>
              </a:ext>
            </a:extLst>
          </p:cNvPr>
          <p:cNvGrpSpPr/>
          <p:nvPr userDrawn="1"/>
        </p:nvGrpSpPr>
        <p:grpSpPr>
          <a:xfrm>
            <a:off x="4203082" y="339498"/>
            <a:ext cx="7682808" cy="1852235"/>
            <a:chOff x="4203082" y="339498"/>
            <a:chExt cx="7682808" cy="185223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8BF07B51-942E-121D-BE6D-3C8956E84532}"/>
                </a:ext>
              </a:extLst>
            </p:cNvPr>
            <p:cNvGrpSpPr/>
            <p:nvPr/>
          </p:nvGrpSpPr>
          <p:grpSpPr>
            <a:xfrm>
              <a:off x="4203082" y="339498"/>
              <a:ext cx="3660706" cy="1852235"/>
              <a:chOff x="4203082" y="339498"/>
              <a:chExt cx="3660706" cy="1852235"/>
            </a:xfrm>
          </p:grpSpPr>
          <p:sp>
            <p:nvSpPr>
              <p:cNvPr id="12" name="Text Placeholder 5">
                <a:extLst>
                  <a:ext uri="{FF2B5EF4-FFF2-40B4-BE49-F238E27FC236}">
                    <a16:creationId xmlns:a16="http://schemas.microsoft.com/office/drawing/2014/main" id="{507E24C1-9062-9441-7D9E-EF3CE63FB299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6188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228600" rIns="0" bIns="182880" rtlCol="0" anchor="t">
                <a:noAutofit/>
              </a:bodyPr>
              <a:lstStyle>
                <a:lvl1pPr marL="0" indent="0" algn="l" defTabSz="914400" rtl="0" eaLnBrk="1" latinLnBrk="0" hangingPunct="1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lang="en-US" sz="100" b="0" i="0" kern="1200">
                    <a:noFill/>
                    <a:latin typeface="+mn-lt"/>
                    <a:ea typeface="+mn-ea"/>
                    <a:cs typeface="+mn-cs"/>
                  </a:defRPr>
                </a:lvl1pPr>
                <a:lvl2pPr marL="225425" indent="-214313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4032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5810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758825" indent="-17780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581025" indent="0" algn="l" defTabSz="914400" rtl="0" eaLnBrk="1" latinLnBrk="0" hangingPunct="1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 kern="120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l" defTabSz="91440" rtl="0" eaLnBrk="1" fontAlgn="auto" latinLnBrk="0" hangingPunct="1">
                  <a:lnSpc>
                    <a:spcPct val="100000"/>
                  </a:lnSpc>
                  <a:spcBef>
                    <a:spcPts val="3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endParaRPr kumimoji="0" lang="en-US" sz="1200" b="0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Spectrum Sans Book" panose="02110004020202020204"/>
                  <a:ea typeface="+mn-ea"/>
                  <a:cs typeface="+mn-cs"/>
                </a:endParaRPr>
              </a:p>
            </p:txBody>
          </p:sp>
          <p:sp>
            <p:nvSpPr>
              <p:cNvPr id="13" name="Text Placeholder 5">
                <a:extLst>
                  <a:ext uri="{FF2B5EF4-FFF2-40B4-BE49-F238E27FC236}">
                    <a16:creationId xmlns:a16="http://schemas.microsoft.com/office/drawing/2014/main" id="{22D6CD2E-C902-7D88-D37E-3A7E0CFD2FA0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420308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Key Dates</a:t>
                </a:r>
              </a:p>
            </p:txBody>
          </p: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DC921DF1-8B84-1B0C-B80D-3103D04B8E5B}"/>
                </a:ext>
              </a:extLst>
            </p:cNvPr>
            <p:cNvGrpSpPr/>
            <p:nvPr/>
          </p:nvGrpSpPr>
          <p:grpSpPr>
            <a:xfrm>
              <a:off x="8228290" y="339498"/>
              <a:ext cx="3657600" cy="1852235"/>
              <a:chOff x="8246762" y="339498"/>
              <a:chExt cx="3657600" cy="1852235"/>
            </a:xfrm>
          </p:grpSpPr>
          <p:sp>
            <p:nvSpPr>
              <p:cNvPr id="7" name="Text Placeholder 5">
                <a:extLst>
                  <a:ext uri="{FF2B5EF4-FFF2-40B4-BE49-F238E27FC236}">
                    <a16:creationId xmlns:a16="http://schemas.microsoft.com/office/drawing/2014/main" id="{15883762-076C-1E30-A144-F7CB60D15B45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545813"/>
                <a:ext cx="3657600" cy="1645920"/>
              </a:xfrm>
              <a:prstGeom prst="roundRect">
                <a:avLst>
                  <a:gd name="adj" fmla="val 5698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182880" rIns="0" bIns="182880" rtlCol="0" anchor="t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FFFF"/>
                    </a:solidFill>
                    <a:effectLst/>
                    <a:uLnTx/>
                    <a:uFillTx/>
                    <a:latin typeface="Spectrum Sans Book" panose="02110004020202020204"/>
                    <a:ea typeface="+mn-ea"/>
                    <a:cs typeface="+mn-cs"/>
                  </a:rPr>
                  <a:t> </a:t>
                </a:r>
              </a:p>
            </p:txBody>
          </p:sp>
          <p:sp>
            <p:nvSpPr>
              <p:cNvPr id="8" name="Text Placeholder 5">
                <a:extLst>
                  <a:ext uri="{FF2B5EF4-FFF2-40B4-BE49-F238E27FC236}">
                    <a16:creationId xmlns:a16="http://schemas.microsoft.com/office/drawing/2014/main" id="{71088375-E3AE-9335-F358-A5011F8F0FBE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246762" y="339498"/>
                <a:ext cx="2468880" cy="413209"/>
              </a:xfrm>
              <a:prstGeom prst="roundRect">
                <a:avLst>
                  <a:gd name="adj" fmla="val 19110"/>
                </a:avLst>
              </a:prstGeom>
              <a:solidFill>
                <a:schemeClr val="bg2"/>
              </a:solidFill>
              <a:ln w="19050" cap="flat" cmpd="sng" algn="ctr">
                <a:gradFill flip="none" rotWithShape="1">
                  <a:gsLst>
                    <a:gs pos="0">
                      <a:schemeClr val="accent1"/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prstDash val="solid"/>
                <a:miter lim="800000"/>
              </a:ln>
              <a:effectLst>
                <a:outerShdw blurRad="288898" sx="102000" sy="102000" algn="ctr" rotWithShape="0">
                  <a:schemeClr val="accent1">
                    <a:alpha val="18227"/>
                  </a:schemeClr>
                </a:outerShdw>
              </a:effectLst>
            </p:spPr>
            <p:txBody>
              <a:bodyPr vert="horz" lIns="274320" tIns="0" rIns="0" bIns="0" rtlCol="0" anchor="ctr">
                <a:noAutofit/>
              </a:bodyPr>
              <a:lstStyle>
                <a:defPPr>
                  <a:defRPr lang="en-US"/>
                </a:defPPr>
                <a:lvl1pPr indent="0">
                  <a:lnSpc>
                    <a:spcPct val="100000"/>
                  </a:lnSpc>
                  <a:spcBef>
                    <a:spcPts val="1000"/>
                  </a:spcBef>
                  <a:buFont typeface="Arial" panose="020B0604020202020204" pitchFamily="34" charset="0"/>
                  <a:buNone/>
                  <a:defRPr sz="1400" b="0" i="0"/>
                </a:lvl1pPr>
                <a:lvl2pPr marL="225425" indent="-214313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600" b="0" i="0">
                    <a:solidFill>
                      <a:schemeClr val="lt1"/>
                    </a:solidFill>
                  </a:defRPr>
                </a:lvl2pPr>
                <a:lvl3pPr marL="4032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 b="0" i="0">
                    <a:solidFill>
                      <a:schemeClr val="lt1"/>
                    </a:solidFill>
                  </a:defRPr>
                </a:lvl3pPr>
                <a:lvl4pPr marL="5810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4pPr>
                <a:lvl5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200" b="0" i="0">
                    <a:solidFill>
                      <a:schemeClr val="lt1"/>
                    </a:solidFill>
                  </a:defRPr>
                </a:lvl5pPr>
                <a:lvl6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6pPr>
                <a:lvl7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7pPr>
                <a:lvl8pPr marL="758825" indent="-17780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tabLst/>
                  <a:defRPr sz="1400">
                    <a:solidFill>
                      <a:schemeClr val="lt1"/>
                    </a:solidFill>
                  </a:defRPr>
                </a:lvl8pPr>
                <a:lvl9pPr marL="581025" indent="0">
                  <a:lnSpc>
                    <a:spcPct val="100000"/>
                  </a:lnSpc>
                  <a:spcBef>
                    <a:spcPts val="500"/>
                  </a:spcBef>
                  <a:buFont typeface="Arial" panose="020B0604020202020204" pitchFamily="34" charset="0"/>
                  <a:buNone/>
                  <a:tabLst/>
                  <a:defRPr sz="1400">
                    <a:solidFill>
                      <a:schemeClr val="lt1"/>
                    </a:solidFill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1000"/>
                  </a:spcBef>
                  <a:spcAft>
                    <a:spcPts val="0"/>
                  </a:spcAft>
                  <a:buClrTx/>
                  <a:buSzTx/>
                  <a:buFont typeface="Arial" panose="020B0604020202020204" pitchFamily="34" charset="0"/>
                  <a:buNone/>
                  <a:tabLst/>
                  <a:defRPr/>
                </a:pPr>
                <a:r>
                  <a:rPr kumimoji="0" 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D5D5D5"/>
                    </a:solidFill>
                    <a:effectLst/>
                    <a:uLnTx/>
                    <a:uFillTx/>
                    <a:latin typeface="Spectrum Sans Bold" panose="02110004020202020204"/>
                    <a:ea typeface="+mn-ea"/>
                    <a:cs typeface="+mn-cs"/>
                  </a:rPr>
                  <a:t>Networks</a:t>
                </a:r>
              </a:p>
            </p:txBody>
          </p:sp>
        </p:grpSp>
      </p:grp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BD525717-4734-AD68-629D-4801BA3F56D5}"/>
              </a:ext>
            </a:extLst>
          </p:cNvPr>
          <p:cNvSpPr txBox="1">
            <a:spLocks/>
          </p:cNvSpPr>
          <p:nvPr userDrawn="1"/>
        </p:nvSpPr>
        <p:spPr>
          <a:xfrm>
            <a:off x="304800" y="2727540"/>
            <a:ext cx="11581090" cy="3458327"/>
          </a:xfrm>
          <a:prstGeom prst="roundRect">
            <a:avLst>
              <a:gd name="adj" fmla="val 5698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365760" rIns="0" bIns="182880" rtlCol="0" anchor="t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endParaRPr lang="en-US" b="1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1643C2-EABE-E551-018B-251B08C770BB}"/>
              </a:ext>
            </a:extLst>
          </p:cNvPr>
          <p:cNvSpPr txBox="1">
            <a:spLocks/>
          </p:cNvSpPr>
          <p:nvPr userDrawn="1"/>
        </p:nvSpPr>
        <p:spPr>
          <a:xfrm>
            <a:off x="303388" y="2524343"/>
            <a:ext cx="246944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r>
              <a:rPr lang="en-US" b="1" dirty="0">
                <a:solidFill>
                  <a:schemeClr val="tx2"/>
                </a:solidFill>
                <a:latin typeface="+mj-lt"/>
              </a:rPr>
              <a:t>Campaign Summary</a:t>
            </a:r>
          </a:p>
        </p:txBody>
      </p:sp>
    </p:spTree>
    <p:extLst>
      <p:ext uri="{BB962C8B-B14F-4D97-AF65-F5344CB8AC3E}">
        <p14:creationId xmlns:p14="http://schemas.microsoft.com/office/powerpoint/2010/main" val="32285554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2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2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2026-04-08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871500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98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orient="horz" pos="280" userDrawn="1">
          <p15:clr>
            <a:srgbClr val="F26B43"/>
          </p15:clr>
        </p15:guide>
        <p15:guide id="4" pos="352" userDrawn="1">
          <p15:clr>
            <a:srgbClr val="F26B43"/>
          </p15:clr>
        </p15:guide>
        <p15:guide id="5" pos="7328" userDrawn="1">
          <p15:clr>
            <a:srgbClr val="F26B43"/>
          </p15:clr>
        </p15:guide>
        <p15:guide id="6" orient="horz" pos="824" userDrawn="1">
          <p15:clr>
            <a:srgbClr val="F26B43"/>
          </p15:clr>
        </p15:guide>
        <p15:guide id="7" orient="horz" pos="912" userDrawn="1">
          <p15:clr>
            <a:srgbClr val="F26B43"/>
          </p15:clr>
        </p15:guide>
        <p15:guide id="8" orient="horz" pos="3952" userDrawn="1">
          <p15:clr>
            <a:srgbClr val="F26B43"/>
          </p15:clr>
        </p15:guide>
        <p15:guide id="9" orient="horz" pos="3864" userDrawn="1">
          <p15:clr>
            <a:srgbClr val="F26B43"/>
          </p15:clr>
        </p15:guide>
        <p15:guide id="10" orient="horz" pos="416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2026-04-08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358882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chemeClr val="bg2"/>
            </a:gs>
            <a:gs pos="0">
              <a:schemeClr val="bg2">
                <a:lumMod val="90000"/>
                <a:lumOff val="10000"/>
              </a:schemeClr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2026-04-08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71717" y="6483938"/>
            <a:ext cx="9238488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18FF0F45-CFAF-F91A-5849-624818AEB84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 l="47" r="47"/>
          <a:stretch/>
        </p:blipFill>
        <p:spPr>
          <a:xfrm>
            <a:off x="10848927" y="6441193"/>
            <a:ext cx="1080242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59054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29" r:id="rId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1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gradFill>
          <a:gsLst>
            <a:gs pos="94000">
              <a:srgbClr val="EEEEEE"/>
            </a:gs>
            <a:gs pos="0">
              <a:schemeClr val="bg1"/>
            </a:gs>
          </a:gsLst>
          <a:path path="circle">
            <a:fillToRect l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53D1772-E90C-7E5F-6F49-D73972282C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8800" y="657225"/>
            <a:ext cx="11074400" cy="647700"/>
          </a:xfrm>
          <a:prstGeom prst="rect">
            <a:avLst/>
          </a:prstGeom>
        </p:spPr>
        <p:txBody>
          <a:bodyPr vert="horz" lIns="0" tIns="45720" rIns="0" bIns="45720" rtlCol="0" anchor="ctr">
            <a:noAutofit/>
          </a:bodyPr>
          <a:lstStyle/>
          <a:p>
            <a:r>
              <a:rPr lang="en-US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E966EF-1C38-8691-E13C-BD3A0EC867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58800" y="1449388"/>
            <a:ext cx="11074400" cy="467995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dirty="0"/>
              <a:t>Content first level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2B006B-34C1-700B-7A83-B2D83BE40C2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dt" sz="half" idx="2"/>
          </p:nvPr>
        </p:nvSpPr>
        <p:spPr>
          <a:xfrm flipH="1">
            <a:off x="-9525" y="-3175"/>
            <a:ext cx="0" cy="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">
                <a:noFill/>
              </a:defRPr>
            </a:lvl1pPr>
          </a:lstStyle>
          <a:p>
            <a:fld id="{684576CA-1569-584A-A50E-3CEA5FEA6A2C}" type="datetime1">
              <a:rPr lang="en-CA" smtClean="0"/>
              <a:t>2026-04-08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D06805-A4A9-E2EF-0631-566D8A6312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213338" y="6483938"/>
            <a:ext cx="9302262" cy="26511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0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DA4FAD-60F8-47B6-84F4-393F635E36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8800" y="6483939"/>
            <a:ext cx="495554" cy="265111"/>
          </a:xfrm>
          <a:prstGeom prst="rect">
            <a:avLst/>
          </a:prstGeom>
          <a:noFill/>
        </p:spPr>
        <p:txBody>
          <a:bodyPr wrap="square" tIns="72000" rIns="0" rtlCol="0">
            <a:noAutofit/>
          </a:bodyPr>
          <a:lstStyle>
            <a:lvl1pPr algn="l">
              <a:defRPr kumimoji="0" lang="en-US" sz="800" b="0" i="0" u="none" strike="noStrike" cap="none" spc="0" normalizeH="0" baseline="0" smtClean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cs typeface="Spectrum Sans Light" panose="020B0302020503020304" pitchFamily="34" charset="0"/>
              </a:defRPr>
            </a:lvl1pPr>
          </a:lstStyle>
          <a:p>
            <a:fld id="{7D532F4F-6FA6-9D4A-906E-40D49CEBA075}" type="slidenum">
              <a:rPr lang="en-CA" smtClean="0"/>
              <a:pPr/>
              <a:t>‹#›</a:t>
            </a:fld>
            <a:endParaRPr lang="en-CA" dirty="0"/>
          </a:p>
        </p:txBody>
      </p:sp>
      <p:pic>
        <p:nvPicPr>
          <p:cNvPr id="11" name="Graphic 6">
            <a:extLst>
              <a:ext uri="{FF2B5EF4-FFF2-40B4-BE49-F238E27FC236}">
                <a16:creationId xmlns:a16="http://schemas.microsoft.com/office/drawing/2014/main" id="{8A5FE207-8C05-20FB-321D-52452CEEAB3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58" r="58"/>
          <a:stretch/>
        </p:blipFill>
        <p:spPr>
          <a:xfrm>
            <a:off x="10848927" y="6441193"/>
            <a:ext cx="1079991" cy="30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912086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2"/>
          </a:solidFill>
          <a:latin typeface="+mj-lt"/>
          <a:ea typeface="+mj-ea"/>
          <a:cs typeface="Spectrum Sans Book" panose="020B0402020503020304" pitchFamily="34" charset="0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1000"/>
        </a:spcBef>
        <a:buFont typeface="Arial" panose="020B0604020202020204" pitchFamily="34" charset="0"/>
        <a:buNone/>
        <a:defRPr sz="18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1pPr>
      <a:lvl2pPr marL="225425" indent="-214313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6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2pPr>
      <a:lvl3pPr marL="4032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3pPr>
      <a:lvl4pPr marL="5810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4pPr>
      <a:lvl5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200" b="0" i="0" kern="1200">
          <a:solidFill>
            <a:schemeClr val="tx2"/>
          </a:solidFill>
          <a:latin typeface="+mn-lt"/>
          <a:ea typeface="+mn-ea"/>
          <a:cs typeface="Spectrum Sans Book" panose="020B0402020503020304" pitchFamily="34" charset="0"/>
        </a:defRPr>
      </a:lvl5pPr>
      <a:lvl6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758825" indent="-17780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581025" indent="0" algn="l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None/>
        <a:tabLst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orient="horz" pos="280">
          <p15:clr>
            <a:srgbClr val="F26B43"/>
          </p15:clr>
        </p15:guide>
        <p15:guide id="4" pos="352">
          <p15:clr>
            <a:srgbClr val="F26B43"/>
          </p15:clr>
        </p15:guide>
        <p15:guide id="5" pos="7328">
          <p15:clr>
            <a:srgbClr val="F26B43"/>
          </p15:clr>
        </p15:guide>
        <p15:guide id="6" orient="horz" pos="824">
          <p15:clr>
            <a:srgbClr val="F26B43"/>
          </p15:clr>
        </p15:guide>
        <p15:guide id="7" orient="horz" pos="912">
          <p15:clr>
            <a:srgbClr val="F26B43"/>
          </p15:clr>
        </p15:guide>
        <p15:guide id="8" orient="horz" pos="3952">
          <p15:clr>
            <a:srgbClr val="F26B43"/>
          </p15:clr>
        </p15:guide>
        <p15:guide id="9" orient="horz" pos="3864">
          <p15:clr>
            <a:srgbClr val="F26B43"/>
          </p15:clr>
        </p15:guide>
        <p15:guide id="10" orient="horz" pos="416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B9AE7F-37A9-9557-8D61-4AD60AB6B6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1">
            <a:extLst>
              <a:ext uri="{FF2B5EF4-FFF2-40B4-BE49-F238E27FC236}">
                <a16:creationId xmlns:a16="http://schemas.microsoft.com/office/drawing/2014/main" id="{BB95D8CA-B0D0-C458-FEFD-DC5D5724A2C0}"/>
              </a:ext>
            </a:extLst>
          </p:cNvPr>
          <p:cNvSpPr txBox="1">
            <a:spLocks/>
          </p:cNvSpPr>
          <p:nvPr/>
        </p:nvSpPr>
        <p:spPr>
          <a:xfrm>
            <a:off x="305401" y="6145461"/>
            <a:ext cx="10297915" cy="640080"/>
          </a:xfrm>
          <a:prstGeom prst="rect">
            <a:avLst/>
          </a:prstGeom>
        </p:spPr>
        <p:txBody>
          <a:bodyPr anchor="b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Spectrum Sans Book" panose="02110004020202020204"/>
                <a:ea typeface="Open Sans" panose="020B0606030504020204" pitchFamily="34" charset="0"/>
                <a:cs typeface="Open Sans" panose="020B0606030504020204" pitchFamily="34" charset="0"/>
              </a:rPr>
              <a:t>Schedule subject to change. Network insertion may vary by market and is based on inventory availability.</a:t>
            </a:r>
          </a:p>
        </p:txBody>
      </p:sp>
      <p:sp>
        <p:nvSpPr>
          <p:cNvPr id="50" name="BaseHdr"/>
          <p:cNvSpPr txBox="1"/>
          <p:nvPr/>
        </p:nvSpPr>
        <p:spPr>
          <a:xfrm>
            <a:off x="597644" y="3087785"/>
            <a:ext cx="2500000" cy="38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160000" tIns="80000" rIns="120000" bIns="8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Base Buy</a:t>
            </a:r>
          </a:p>
        </p:txBody>
      </p:sp>
      <p:sp>
        <p:nvSpPr>
          <p:cNvPr id="51" name="BaseBody"/>
          <p:cNvSpPr txBox="1"/>
          <p:nvPr/>
        </p:nvSpPr>
        <p:spPr>
          <a:xfrm>
            <a:off x="597644" y="3467785"/>
            <a:ext cx="2500000" cy="2662954"/>
          </a:xfrm>
          <a:prstGeom prst="rect">
            <a:avLst/>
          </a:prstGeom>
          <a:solidFill>
            <a:srgbClr val="01315E"/>
          </a:solidFill>
          <a:ln>
            <a:noFill/>
          </a:ln>
        </p:spPr>
        <p:txBody>
          <a:bodyPr wrap="square" lIns="160000" tIns="11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X/XX/XX – X/XX/XX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</a:pPr>
            <a:r>
              <a:rPr lang="en-US" sz="1200" b="1" dirty="0">
                <a:solidFill>
                  <a:srgbClr val="FFFFFF"/>
                </a:solidFill>
              </a:rPr>
              <a:t>XXX,XXX Impressions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Delivered live in-telecast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during XXX broadcasts</a:t>
            </a:r>
          </a:p>
        </p:txBody>
      </p:sp>
      <p:sp>
        <p:nvSpPr>
          <p:cNvPr id="52" name="ConnLine"/>
          <p:cNvSpPr txBox="1"/>
          <p:nvPr/>
        </p:nvSpPr>
        <p:spPr>
          <a:xfrm>
            <a:off x="3097644" y="4739762"/>
            <a:ext cx="400000" cy="2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3" name="PlusBg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54" name="PlusTxt"/>
          <p:cNvSpPr txBox="1"/>
          <p:nvPr/>
        </p:nvSpPr>
        <p:spPr>
          <a:xfrm>
            <a:off x="3127644" y="4581762"/>
            <a:ext cx="340000" cy="340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 wrap="square" lIns="0" tIns="0" rIns="0" bIns="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2600" b="1" dirty="0">
                <a:solidFill>
                  <a:srgbClr val="FFFFFF"/>
                </a:solidFill>
              </a:rPr>
              <a:t>+</a:t>
            </a:r>
          </a:p>
        </p:txBody>
      </p:sp>
      <p:sp>
        <p:nvSpPr>
          <p:cNvPr id="55" name="Banner"/>
          <p:cNvSpPr txBox="1"/>
          <p:nvPr/>
        </p:nvSpPr>
        <p:spPr>
          <a:xfrm>
            <a:off x="3497644" y="3087785"/>
            <a:ext cx="7608848" cy="240000"/>
          </a:xfrm>
          <a:prstGeom prst="rect">
            <a:avLst/>
          </a:prstGeom>
          <a:solidFill>
            <a:srgbClr val="012D55"/>
          </a:solidFill>
          <a:ln>
            <a:noFill/>
          </a:ln>
        </p:spPr>
        <p:txBody>
          <a:bodyPr wrap="square" lIns="120000" tIns="50000" rIns="120000" bIns="50000" rtlCol="0" anchor="ctr"/>
          <a:lstStyle/>
          <a:p>
            <a:pPr algn="ctr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7DD4FF"/>
                </a:solidFill>
              </a:rPr>
              <a:t>+ ADD ONE SUPPORT PACKAGE</a:t>
            </a:r>
          </a:p>
        </p:txBody>
      </p:sp>
      <p:sp>
        <p:nvSpPr>
          <p:cNvPr id="56" name="BannerLine"/>
          <p:cNvSpPr txBox="1"/>
          <p:nvPr/>
        </p:nvSpPr>
        <p:spPr>
          <a:xfrm>
            <a:off x="3497644" y="3327785"/>
            <a:ext cx="7608848" cy="14000"/>
          </a:xfrm>
          <a:prstGeom prst="rect">
            <a:avLst/>
          </a:prstGeom>
          <a:solidFill>
            <a:srgbClr val="0271EB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0" name="OLine0"/>
          <p:cNvSpPr txBox="1"/>
          <p:nvPr/>
        </p:nvSpPr>
        <p:spPr>
          <a:xfrm>
            <a:off x="3497644" y="3372785"/>
            <a:ext cx="2499616" cy="16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1" name="OHdr0"/>
          <p:cNvSpPr txBox="1"/>
          <p:nvPr/>
        </p:nvSpPr>
        <p:spPr>
          <a:xfrm>
            <a:off x="3497644" y="3388785"/>
            <a:ext cx="2499616" cy="344000"/>
          </a:xfrm>
          <a:prstGeom prst="rect">
            <a:avLst/>
          </a:prstGeom>
          <a:solidFill>
            <a:srgbClr val="025FA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OPTION 1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Addressable Targeting</a:t>
            </a:r>
          </a:p>
        </p:txBody>
      </p:sp>
      <p:sp>
        <p:nvSpPr>
          <p:cNvPr id="62" name="OBody0"/>
          <p:cNvSpPr txBox="1"/>
          <p:nvPr/>
        </p:nvSpPr>
        <p:spPr>
          <a:xfrm>
            <a:off x="3497644" y="3732785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100" b="1" dirty="0">
                <a:solidFill>
                  <a:srgbClr val="FFFFFF"/>
                </a:solidFill>
              </a:rPr>
              <a:t>$XX CPM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100" b="1" dirty="0">
                <a:solidFill>
                  <a:srgbClr val="FFFFFF"/>
                </a:solidFill>
              </a:rPr>
              <a:t>XXX,XXX Imps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Targeted to XXX viewers in XXX DMA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endParaRPr lang="en-US" sz="850" dirty="0">
              <a:solidFill>
                <a:srgbClr val="B8CCE0"/>
              </a:solidFill>
            </a:endParaRP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Total Imps: XXX,XXX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Total Cost: $XX,XXX</a:t>
            </a:r>
          </a:p>
          <a:p>
            <a:pPr algn="l"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</a:t>
            </a:r>
            <a:r>
              <a:rPr lang="en-US" sz="1100" b="1" dirty="0" err="1">
                <a:solidFill>
                  <a:srgbClr val="7DD4FF"/>
                </a:solidFill>
              </a:rPr>
              <a:t>eCPM</a:t>
            </a:r>
            <a:r>
              <a:rPr lang="en-US" sz="11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63" name="OLine1"/>
          <p:cNvSpPr txBox="1"/>
          <p:nvPr/>
        </p:nvSpPr>
        <p:spPr>
          <a:xfrm>
            <a:off x="6052260" y="3372785"/>
            <a:ext cx="2499616" cy="16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4" name="OHdr1"/>
          <p:cNvSpPr txBox="1"/>
          <p:nvPr/>
        </p:nvSpPr>
        <p:spPr>
          <a:xfrm>
            <a:off x="6052260" y="3388785"/>
            <a:ext cx="2499616" cy="344000"/>
          </a:xfrm>
          <a:prstGeom prst="rect">
            <a:avLst/>
          </a:prstGeom>
          <a:solidFill>
            <a:srgbClr val="014F8C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OPTION 2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Custom Networks Targeting</a:t>
            </a:r>
          </a:p>
        </p:txBody>
      </p:sp>
      <p:sp>
        <p:nvSpPr>
          <p:cNvPr id="66" name="OLine2"/>
          <p:cNvSpPr txBox="1"/>
          <p:nvPr/>
        </p:nvSpPr>
        <p:spPr>
          <a:xfrm>
            <a:off x="8606876" y="3372785"/>
            <a:ext cx="2499616" cy="16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/>
          <a:lstStyle/>
          <a:p>
            <a:endParaRPr lang="en-US" dirty="0"/>
          </a:p>
        </p:txBody>
      </p:sp>
      <p:sp>
        <p:nvSpPr>
          <p:cNvPr id="67" name="OHdr2"/>
          <p:cNvSpPr txBox="1"/>
          <p:nvPr/>
        </p:nvSpPr>
        <p:spPr>
          <a:xfrm>
            <a:off x="8606876" y="3388785"/>
            <a:ext cx="2499616" cy="344000"/>
          </a:xfrm>
          <a:prstGeom prst="rect">
            <a:avLst/>
          </a:prstGeom>
          <a:solidFill>
            <a:srgbClr val="013A68"/>
          </a:solidFill>
          <a:ln>
            <a:noFill/>
          </a:ln>
        </p:spPr>
        <p:txBody>
          <a:bodyPr wrap="square" lIns="150000" tIns="70000" rIns="120000" bIns="70000" rtlCol="0" anchor="ctr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200" b="1" dirty="0">
                <a:solidFill>
                  <a:srgbClr val="FFFFFF"/>
                </a:solidFill>
              </a:rPr>
              <a:t>OPTION 3</a:t>
            </a:r>
          </a:p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1000" b="0" dirty="0">
                <a:solidFill>
                  <a:srgbClr val="B8CCE0"/>
                </a:solidFill>
              </a:rPr>
              <a:t>Audience Targeting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2379DD07-DD90-5DD1-DFE3-A982248AE0BC}"/>
              </a:ext>
            </a:extLst>
          </p:cNvPr>
          <p:cNvSpPr txBox="1">
            <a:spLocks/>
          </p:cNvSpPr>
          <p:nvPr/>
        </p:nvSpPr>
        <p:spPr>
          <a:xfrm>
            <a:off x="3066473" y="2520413"/>
            <a:ext cx="8819417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HPO Live In-Telecast Package:</a:t>
            </a:r>
          </a:p>
        </p:txBody>
      </p:sp>
      <p:sp>
        <p:nvSpPr>
          <p:cNvPr id="11" name="OBody0">
            <a:extLst>
              <a:ext uri="{FF2B5EF4-FFF2-40B4-BE49-F238E27FC236}">
                <a16:creationId xmlns:a16="http://schemas.microsoft.com/office/drawing/2014/main" id="{45B45387-5986-BCC9-C2EE-1FF79B99024D}"/>
              </a:ext>
            </a:extLst>
          </p:cNvPr>
          <p:cNvSpPr txBox="1"/>
          <p:nvPr/>
        </p:nvSpPr>
        <p:spPr>
          <a:xfrm>
            <a:off x="6049367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1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1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Networks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Total Cost: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</a:t>
            </a:r>
            <a:r>
              <a:rPr lang="en-US" sz="1100" b="1" dirty="0" err="1">
                <a:solidFill>
                  <a:srgbClr val="7DD4FF"/>
                </a:solidFill>
              </a:rPr>
              <a:t>eCPM</a:t>
            </a:r>
            <a:r>
              <a:rPr lang="en-US" sz="11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12" name="OBody0">
            <a:extLst>
              <a:ext uri="{FF2B5EF4-FFF2-40B4-BE49-F238E27FC236}">
                <a16:creationId xmlns:a16="http://schemas.microsoft.com/office/drawing/2014/main" id="{DC5DB346-8A56-8A62-8BC8-82D745D4EF3B}"/>
              </a:ext>
            </a:extLst>
          </p:cNvPr>
          <p:cNvSpPr txBox="1"/>
          <p:nvPr/>
        </p:nvSpPr>
        <p:spPr>
          <a:xfrm>
            <a:off x="8597973" y="3757507"/>
            <a:ext cx="2499616" cy="2397954"/>
          </a:xfrm>
          <a:prstGeom prst="rect">
            <a:avLst/>
          </a:prstGeom>
          <a:solidFill>
            <a:srgbClr val="02294D"/>
          </a:solidFill>
          <a:ln>
            <a:noFill/>
          </a:ln>
        </p:spPr>
        <p:txBody>
          <a:bodyPr wrap="square" lIns="150000" tIns="100000" rIns="120000" bIns="60000" rtlCol="0" anchor="t"/>
          <a:lstStyle/>
          <a:p>
            <a:pPr algn="l">
              <a:lnSpc>
                <a:spcPct val="115000"/>
              </a:lnSpc>
              <a:spcBef>
                <a:spcPts val="0"/>
              </a:spcBef>
            </a:pPr>
            <a:r>
              <a:rPr lang="en-US" sz="900" b="0" dirty="0">
                <a:solidFill>
                  <a:srgbClr val="B8CCE0"/>
                </a:solidFill>
              </a:rPr>
              <a:t>X/XX/XX – X/XX/XX</a:t>
            </a:r>
          </a:p>
          <a:p>
            <a:pPr algn="l">
              <a:lnSpc>
                <a:spcPct val="115000"/>
              </a:lnSpc>
              <a:spcBef>
                <a:spcPts val="55"/>
              </a:spcBef>
            </a:pPr>
            <a:r>
              <a:rPr lang="en-US" sz="1100" b="1" dirty="0">
                <a:solidFill>
                  <a:srgbClr val="FFFFFF"/>
                </a:solidFill>
              </a:rPr>
              <a:t>$XX CPM</a:t>
            </a:r>
          </a:p>
          <a:p>
            <a:pPr>
              <a:lnSpc>
                <a:spcPct val="115000"/>
              </a:lnSpc>
              <a:spcBef>
                <a:spcPts val="55"/>
              </a:spcBef>
            </a:pPr>
            <a:r>
              <a:rPr lang="en-US" sz="1100" b="1" dirty="0">
                <a:solidFill>
                  <a:srgbClr val="FFFFFF"/>
                </a:solidFill>
              </a:rPr>
              <a:t>XXX,XXX Imps</a:t>
            </a:r>
          </a:p>
          <a:p>
            <a:pPr>
              <a:lnSpc>
                <a:spcPct val="115000"/>
              </a:lnSpc>
            </a:pPr>
            <a:r>
              <a:rPr lang="en-US" sz="900" dirty="0">
                <a:solidFill>
                  <a:srgbClr val="B8CCE0"/>
                </a:solidFill>
              </a:rPr>
              <a:t>Targeted to Sports Audiences in XXX DMA</a:t>
            </a:r>
          </a:p>
          <a:p>
            <a:pPr>
              <a:lnSpc>
                <a:spcPct val="115000"/>
              </a:lnSpc>
            </a:pPr>
            <a:endParaRPr lang="en-US" sz="850" dirty="0">
              <a:solidFill>
                <a:srgbClr val="B8CCE0"/>
              </a:solidFill>
            </a:endParaRP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Total Imps: XXX,XXX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Total Cost: $XX,XXX</a:t>
            </a:r>
          </a:p>
          <a:p>
            <a:pPr>
              <a:lnSpc>
                <a:spcPct val="115000"/>
              </a:lnSpc>
              <a:spcBef>
                <a:spcPts val="70"/>
              </a:spcBef>
            </a:pPr>
            <a:r>
              <a:rPr lang="en-US" sz="1100" b="1" dirty="0">
                <a:solidFill>
                  <a:srgbClr val="7DD4FF"/>
                </a:solidFill>
              </a:rPr>
              <a:t>Package </a:t>
            </a:r>
            <a:r>
              <a:rPr lang="en-US" sz="1100" b="1" dirty="0" err="1">
                <a:solidFill>
                  <a:srgbClr val="7DD4FF"/>
                </a:solidFill>
              </a:rPr>
              <a:t>eCPM</a:t>
            </a:r>
            <a:r>
              <a:rPr lang="en-US" sz="1100" b="1" dirty="0">
                <a:solidFill>
                  <a:srgbClr val="7DD4FF"/>
                </a:solidFill>
              </a:rPr>
              <a:t>: $XX</a:t>
            </a:r>
          </a:p>
        </p:txBody>
      </p:sp>
      <p:sp>
        <p:nvSpPr>
          <p:cNvPr id="2" name="Text Placeholder 5">
            <a:extLst>
              <a:ext uri="{FF2B5EF4-FFF2-40B4-BE49-F238E27FC236}">
                <a16:creationId xmlns:a16="http://schemas.microsoft.com/office/drawing/2014/main" id="{DB31403B-FC29-81FD-1DCC-70E1738E9F57}"/>
              </a:ext>
            </a:extLst>
          </p:cNvPr>
          <p:cNvSpPr txBox="1">
            <a:spLocks/>
          </p:cNvSpPr>
          <p:nvPr/>
        </p:nvSpPr>
        <p:spPr>
          <a:xfrm>
            <a:off x="305402" y="2521070"/>
            <a:ext cx="2469604" cy="413209"/>
          </a:xfrm>
          <a:prstGeom prst="roundRect">
            <a:avLst>
              <a:gd name="adj" fmla="val 19110"/>
            </a:avLst>
          </a:prstGeom>
          <a:solidFill>
            <a:schemeClr val="bg2"/>
          </a:solidFill>
          <a:ln w="19050" cap="flat" cmpd="sng" algn="ctr">
            <a:gradFill flip="none" rotWithShape="1">
              <a:gsLst>
                <a:gs pos="0">
                  <a:schemeClr val="accent1"/>
                </a:gs>
                <a:gs pos="100000">
                  <a:schemeClr val="accent2"/>
                </a:gs>
              </a:gsLst>
              <a:lin ang="0" scaled="1"/>
              <a:tileRect/>
            </a:gradFill>
            <a:prstDash val="solid"/>
            <a:miter lim="800000"/>
          </a:ln>
          <a:effectLst>
            <a:outerShdw blurRad="288898" sx="102000" sy="102000" algn="ctr" rotWithShape="0">
              <a:schemeClr val="accent1">
                <a:alpha val="18227"/>
              </a:schemeClr>
            </a:outerShdw>
          </a:effectLst>
        </p:spPr>
        <p:txBody>
          <a:bodyPr vert="horz" lIns="274320" tIns="0" rIns="0" bIns="0" rtlCol="0" anchor="ctr">
            <a:noAutofit/>
          </a:bodyPr>
          <a:lstStyle>
            <a:defPPr>
              <a:defRPr lang="en-US"/>
            </a:defPPr>
            <a:lvl1pPr indent="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b="0" i="0"/>
            </a:lvl1pPr>
            <a:lvl2pPr marL="225425" indent="-214313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600" b="0" i="0">
                <a:solidFill>
                  <a:schemeClr val="lt1"/>
                </a:solidFill>
              </a:defRPr>
            </a:lvl2pPr>
            <a:lvl3pPr marL="4032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 b="0" i="0">
                <a:solidFill>
                  <a:schemeClr val="lt1"/>
                </a:solidFill>
              </a:defRPr>
            </a:lvl3pPr>
            <a:lvl4pPr marL="5810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4pPr>
            <a:lvl5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200" b="0" i="0">
                <a:solidFill>
                  <a:schemeClr val="lt1"/>
                </a:solidFill>
              </a:defRPr>
            </a:lvl5pPr>
            <a:lvl6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6pPr>
            <a:lvl7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7pPr>
            <a:lvl8pPr marL="758825" indent="-17780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Char char="•"/>
              <a:tabLst/>
              <a:defRPr sz="1400">
                <a:solidFill>
                  <a:schemeClr val="lt1"/>
                </a:solidFill>
              </a:defRPr>
            </a:lvl8pPr>
            <a:lvl9pPr marL="581025" indent="0">
              <a:lnSpc>
                <a:spcPct val="100000"/>
              </a:lnSpc>
              <a:spcBef>
                <a:spcPts val="500"/>
              </a:spcBef>
              <a:buFont typeface="Arial" panose="020B0604020202020204" pitchFamily="34" charset="0"/>
              <a:buNone/>
              <a:tabLst/>
              <a:defRPr sz="1400"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 b="1" dirty="0">
                <a:solidFill>
                  <a:srgbClr val="D5D5D5"/>
                </a:solidFill>
                <a:latin typeface="Spectrum Sans Bold" panose="02110004020202020204"/>
              </a:rPr>
              <a:t>[Client Name]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6F3FA4-506B-4B36-60A1-FFDEAD85AC66}"/>
              </a:ext>
            </a:extLst>
          </p:cNvPr>
          <p:cNvSpPr txBox="1"/>
          <p:nvPr/>
        </p:nvSpPr>
        <p:spPr>
          <a:xfrm>
            <a:off x="5781588" y="2572446"/>
            <a:ext cx="6206986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400" b="1" dirty="0">
                <a:solidFill>
                  <a:srgbClr val="D5D5D5"/>
                </a:solidFill>
                <a:latin typeface="Spectrum Sans Bold" panose="02110004020202020204"/>
              </a:rPr>
              <a:t>XXX DMA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379037799"/>
      </p:ext>
    </p:extLst>
  </p:cSld>
  <p:clrMapOvr>
    <a:masterClrMapping/>
  </p:clrMapOvr>
</p:sld>
</file>

<file path=ppt/theme/theme1.xml><?xml version="1.0" encoding="utf-8"?>
<a:theme xmlns:a="http://schemas.openxmlformats.org/drawingml/2006/main" name="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2.xml><?xml version="1.0" encoding="utf-8"?>
<a:theme xmlns:a="http://schemas.openxmlformats.org/drawingml/2006/main" name="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3.xml><?xml version="1.0" encoding="utf-8"?>
<a:theme xmlns:a="http://schemas.openxmlformats.org/drawingml/2006/main" name="1_Spectrum Reach Template (Dark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Dark Corporate Template_V2" id="{D479DD0F-B512-604D-AF62-FCC13E140F7A}" vid="{7ED031FD-0DF8-DD45-92E1-033E75D38636}"/>
    </a:ext>
  </a:extLst>
</a:theme>
</file>

<file path=ppt/theme/theme4.xml><?xml version="1.0" encoding="utf-8"?>
<a:theme xmlns:a="http://schemas.openxmlformats.org/drawingml/2006/main" name="1_Spectrum Reach Template (Light)">
  <a:themeElements>
    <a:clrScheme name="Spectrum Reach">
      <a:dk1>
        <a:srgbClr val="000000"/>
      </a:dk1>
      <a:lt1>
        <a:srgbClr val="FFFFFF"/>
      </a:lt1>
      <a:dk2>
        <a:srgbClr val="002139"/>
      </a:dk2>
      <a:lt2>
        <a:srgbClr val="D5D5D5"/>
      </a:lt2>
      <a:accent1>
        <a:srgbClr val="0271EB"/>
      </a:accent1>
      <a:accent2>
        <a:srgbClr val="03C251"/>
      </a:accent2>
      <a:accent3>
        <a:srgbClr val="887DFF"/>
      </a:accent3>
      <a:accent4>
        <a:srgbClr val="FFCB3E"/>
      </a:accent4>
      <a:accent5>
        <a:srgbClr val="FF8331"/>
      </a:accent5>
      <a:accent6>
        <a:srgbClr val="002037"/>
      </a:accent6>
      <a:hlink>
        <a:srgbClr val="0271EB"/>
      </a:hlink>
      <a:folHlink>
        <a:srgbClr val="0271EB"/>
      </a:folHlink>
    </a:clrScheme>
    <a:fontScheme name="Office">
      <a:majorFont>
        <a:latin typeface="Spectrum Sans Bold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pectrum Sans Book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Spectrum Reach Everyday Light Corporate Template_V2" id="{FB5A57C7-924B-6043-B485-8467CDA4645E}" vid="{B34827AF-544B-2548-9365-B32429B9F4EE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/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a0547eee-aaa8-4b90-a1b8-3c540830c94d" xsi:nil="true"/>
    <j54b65ba43ff43c48723fc8adc29d268 xmlns="a0547eee-aaa8-4b90-a1b8-3c540830c94d">
      <Terms xmlns="http://schemas.microsoft.com/office/infopath/2007/PartnerControls"/>
    </j54b65ba43ff43c48723fc8adc29d268>
    <l420c45215364e2eb38c14ab041199ab xmlns="a0547eee-aaa8-4b90-a1b8-3c540830c94d">
      <Terms xmlns="http://schemas.microsoft.com/office/infopath/2007/PartnerControls"/>
    </l420c45215364e2eb38c14ab041199ab>
    <la4ae81035174b1fba751a07ca4d086b xmlns="a0547eee-aaa8-4b90-a1b8-3c540830c94d">
      <Terms xmlns="http://schemas.microsoft.com/office/infopath/2007/PartnerControls"/>
    </la4ae81035174b1fba751a07ca4d086b>
    <_dlc_DocIdPersistId xmlns="a0547eee-aaa8-4b90-a1b8-3c540830c94d" xsi:nil="true"/>
    <SROwner xmlns="a0547eee-aaa8-4b90-a1b8-3c540830c94d">
      <UserInfo>
        <DisplayName/>
        <AccountId xsi:nil="true"/>
        <AccountType/>
      </UserInfo>
    </SROwner>
    <SRRenewal xmlns="a0547eee-aaa8-4b90-a1b8-3c540830c94d" xsi:nil="true"/>
    <j7c24873d3bf4df793fceec9ac332839 xmlns="a0547eee-aaa8-4b90-a1b8-3c540830c94d">
      <Terms xmlns="http://schemas.microsoft.com/office/infopath/2007/PartnerControls"/>
    </j7c24873d3bf4df793fceec9ac332839>
    <SRThumbnail xmlns="a0547eee-aaa8-4b90-a1b8-3c540830c94d">
      <Url xsi:nil="true"/>
      <Description xsi:nil="true"/>
    </SRThumbnail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SR Document" ma:contentTypeID="0x0101004498840A4C114E46B8C4ECA211F55C5E00E2F44E5BC511894F8C93D74DA4B18249" ma:contentTypeVersion="44" ma:contentTypeDescription="" ma:contentTypeScope="" ma:versionID="fd16523f0abdae274e19cd71c6bde544">
  <xsd:schema xmlns:xsd="http://www.w3.org/2001/XMLSchema" xmlns:xs="http://www.w3.org/2001/XMLSchema" xmlns:p="http://schemas.microsoft.com/office/2006/metadata/properties" xmlns:ns2="a0547eee-aaa8-4b90-a1b8-3c540830c94d" xmlns:ns3="d9991e3c-4de5-4956-8de4-c71c59ac3722" targetNamespace="http://schemas.microsoft.com/office/2006/metadata/properties" ma:root="true" ma:fieldsID="134456c98559cfd421d305b01f0f49fc" ns2:_="" ns3:_="">
    <xsd:import namespace="a0547eee-aaa8-4b90-a1b8-3c540830c94d"/>
    <xsd:import namespace="d9991e3c-4de5-4956-8de4-c71c59ac3722"/>
    <xsd:element name="properties">
      <xsd:complexType>
        <xsd:sequence>
          <xsd:element name="documentManagement">
            <xsd:complexType>
              <xsd:all>
                <xsd:element ref="ns2:TaxCatchAll" minOccurs="0"/>
                <xsd:element ref="ns2:SROwner" minOccurs="0"/>
                <xsd:element ref="ns2:SRThumbnail" minOccurs="0"/>
                <xsd:element ref="ns2:SRRenewal" minOccurs="0"/>
                <xsd:element ref="ns2:j54b65ba43ff43c48723fc8adc29d268" minOccurs="0"/>
                <xsd:element ref="ns2:TaxCatchAllLabel" minOccurs="0"/>
                <xsd:element ref="ns2:j7c24873d3bf4df793fceec9ac332839" minOccurs="0"/>
                <xsd:element ref="ns2:la4ae81035174b1fba751a07ca4d086b" minOccurs="0"/>
                <xsd:element ref="ns2:l420c45215364e2eb38c14ab041199ab" minOccurs="0"/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0547eee-aaa8-4b90-a1b8-3c540830c94d" elementFormDefault="qualified">
    <xsd:import namespace="http://schemas.microsoft.com/office/2006/documentManagement/types"/>
    <xsd:import namespace="http://schemas.microsoft.com/office/infopath/2007/PartnerControls"/>
    <xsd:element name="TaxCatchAll" ma:index="8" nillable="true" ma:displayName="Taxonomy Catch All Column" ma:hidden="true" ma:list="{439f3f30-3b5f-4b47-89a8-2486f8c701eb}" ma:internalName="TaxCatchAll" ma:readOnly="false" ma:showField="CatchAllData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ROwner" ma:index="13" nillable="true" ma:displayName="Owner" ma:description="This column specifies the user who is responsible for a document or page. The selected user will be notified before the file expires and is responsible for renewing it as appropriate." ma:list="UserInfo" ma:SharePointGroup="0" ma:internalName="SROwner" ma:readOnly="false" ma:showField="ImnNam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RThumbnail" ma:index="15" nillable="true" ma:displayName="Thumbnail" ma:format="Hyperlink" ma:internalName="SRThumbnail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SRRenewal" ma:index="16" nillable="true" ma:displayName="Renewal" ma:internalName="SRRenewal" ma:readOnly="false">
      <xsd:simpleType>
        <xsd:restriction base="dms:Text">
          <xsd:maxLength value="255"/>
        </xsd:restriction>
      </xsd:simpleType>
    </xsd:element>
    <xsd:element name="j54b65ba43ff43c48723fc8adc29d268" ma:index="17" nillable="true" ma:taxonomy="true" ma:internalName="j54b65ba43ff43c48723fc8adc29d268" ma:taxonomyFieldName="SRCategory" ma:displayName="Category" ma:readOnly="false" ma:fieldId="{354b65ba-43ff-43c4-8723-fc8adc29d268}" ma:taxonomyMulti="true" ma:sspId="600d62cf-6361-4bdf-91d1-d22d0aee0dbf" ma:termSetId="bc56aafe-62f9-4582-a2fb-5380dde5b229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Label" ma:index="18" nillable="true" ma:displayName="Taxonomy Catch All Column1" ma:hidden="true" ma:list="{439f3f30-3b5f-4b47-89a8-2486f8c701eb}" ma:internalName="TaxCatchAllLabel" ma:readOnly="true" ma:showField="CatchAllDataLabel" ma:web="a0547eee-aaa8-4b90-a1b8-3c540830c94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j7c24873d3bf4df793fceec9ac332839" ma:index="19" nillable="true" ma:taxonomy="true" ma:internalName="j7c24873d3bf4df793fceec9ac332839" ma:taxonomyFieldName="SRDepartment" ma:displayName="Department" ma:readOnly="false" ma:fieldId="{37c24873-d3bf-4df7-93fc-eec9ac332839}" ma:sspId="600d62cf-6361-4bdf-91d1-d22d0aee0dbf" ma:termSetId="2f801aac-3610-4b87-8889-e6ded7902791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a4ae81035174b1fba751a07ca4d086b" ma:index="20" nillable="true" ma:taxonomy="true" ma:internalName="la4ae81035174b1fba751a07ca4d086b" ma:taxonomyFieldName="SRRegion" ma:displayName="Region" ma:readOnly="false" ma:fieldId="{5a4ae810-3517-4b1f-ba75-1a07ca4d086b}" ma:taxonomyMulti="true" ma:sspId="600d62cf-6361-4bdf-91d1-d22d0aee0dbf" ma:termSetId="3679b8ac-9e6f-4522-94aa-37866bf4f82d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l420c45215364e2eb38c14ab041199ab" ma:index="21" nillable="true" ma:taxonomy="true" ma:internalName="l420c45215364e2eb38c14ab041199ab" ma:taxonomyFieldName="SRContentType" ma:displayName="Content Type" ma:readOnly="false" ma:fieldId="{5420c452-1536-4e2e-b38c-14ab041199ab}" ma:sspId="600d62cf-6361-4bdf-91d1-d22d0aee0dbf" ma:termSetId="b36241c5-e920-49a3-80ea-985b47ef557f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_dlc_DocId" ma:index="22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23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24" nillable="true" ma:displayName="Persist ID" ma:description="Keep ID on add." ma:hidden="true" ma:internalName="_dlc_DocIdPersistId" ma:readOnly="false">
      <xsd:simpleType>
        <xsd:restriction base="dms:Boolea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991e3c-4de5-4956-8de4-c71c59ac372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25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26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27" nillable="true" ma:displayName="MediaServiceObjectDetectorVersions" ma:description="" ma:hidden="true" ma:internalName="MediaServiceObjectDetectorVersions" ma:readOnly="true">
      <xsd:simpleType>
        <xsd:restriction base="dms:Text"/>
      </xsd:simpleType>
    </xsd:element>
    <xsd:element name="MediaServiceSearchProperties" ma:index="28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/>
</file>

<file path=customXml/itemProps1.xml><?xml version="1.0" encoding="utf-8"?>
<ds:datastoreItem xmlns:ds="http://schemas.openxmlformats.org/officeDocument/2006/customXml" ds:itemID="{020E764C-296D-40F1-B4A5-CAEC833EF05C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4A687C3-2BAD-4AD7-9EA3-756AF9ACB115}">
  <ds:schemaRefs>
    <ds:schemaRef ds:uri="http://schemas.microsoft.com/office/2006/metadata/properties"/>
    <ds:schemaRef ds:uri="http://schemas.microsoft.com/office/infopath/2007/PartnerControls"/>
    <ds:schemaRef ds:uri="http://www.w3.org/XML/1998/namespace"/>
    <ds:schemaRef ds:uri="http://schemas.microsoft.com/office/2006/documentManagement/types"/>
    <ds:schemaRef ds:uri="http://purl.org/dc/elements/1.1/"/>
    <ds:schemaRef ds:uri="http://purl.org/dc/terms/"/>
    <ds:schemaRef ds:uri="0212352b-2682-46bb-beb5-9da4ea9226e1"/>
    <ds:schemaRef ds:uri="7a70ef4c-5183-4fb2-bf69-1cc1bbd63d67"/>
    <ds:schemaRef ds:uri="http://schemas.openxmlformats.org/package/2006/metadata/core-properties"/>
    <ds:schemaRef ds:uri="http://purl.org/dc/dcmitype/"/>
    <ds:schemaRef ds:uri="a0547eee-aaa8-4b90-a1b8-3c540830c94d"/>
  </ds:schemaRefs>
</ds:datastoreItem>
</file>

<file path=customXml/itemProps3.xml><?xml version="1.0" encoding="utf-8"?>
<ds:datastoreItem xmlns:ds="http://schemas.openxmlformats.org/officeDocument/2006/customXml" ds:itemID="{12B3C130-8141-496F-8BE5-9CF1D14628D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0547eee-aaa8-4b90-a1b8-3c540830c94d"/>
    <ds:schemaRef ds:uri="d9991e3c-4de5-4956-8de4-c71c59ac372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EC52D6D2-615C-42E8-A3C5-D765C3285355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082f31f-07f9-4a11-acf8-7575926c312d}" enabled="1" method="Privileged" siteId="{c921337c-1160-432a-b079-805f59112843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Spectrum Reach Template (Dark)</Template>
  <TotalTime>4922</TotalTime>
  <Words>212</Words>
  <Application>Microsoft Office PowerPoint</Application>
  <PresentationFormat>Widescreen</PresentationFormat>
  <Paragraphs>44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1</vt:i4>
      </vt:variant>
    </vt:vector>
  </HeadingPairs>
  <TitlesOfParts>
    <vt:vector size="11" baseType="lpstr">
      <vt:lpstr>Aptos</vt:lpstr>
      <vt:lpstr>Arial</vt:lpstr>
      <vt:lpstr>Calibri</vt:lpstr>
      <vt:lpstr>Spectrum Sans</vt:lpstr>
      <vt:lpstr>Spectrum Sans Bold</vt:lpstr>
      <vt:lpstr>Spectrum Sans Book</vt:lpstr>
      <vt:lpstr>Spectrum Reach Template (Dark)</vt:lpstr>
      <vt:lpstr>Spectrum Reach Template (Light)</vt:lpstr>
      <vt:lpstr>1_Spectrum Reach Template (Dark)</vt:lpstr>
      <vt:lpstr>1_Spectrum Reach Template (Light)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Sports HPO</dc:title>
  <dc:creator>Brent Carter</dc:creator>
  <cp:lastModifiedBy>Sparkman, Zach E</cp:lastModifiedBy>
  <cp:revision>72</cp:revision>
  <dcterms:created xsi:type="dcterms:W3CDTF">2025-08-18T20:56:00Z</dcterms:created>
  <dcterms:modified xsi:type="dcterms:W3CDTF">2026-04-08T17:48:02Z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0x0101004498840A4C114E46B8C4ECA211F55C5E00E2F44E5BC511894F8C93D74DA4B18249</vt:lpwstr>
  </property>
  <property fmtid="{D5CDD505-2E9C-101B-9397-08002B2CF9AE}" pid="3" name="MediaServiceImageTags">
    <vt:lpwstr/>
  </property>
</Properties>
</file>