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B3E44C-CBCA-43FF-B942-0238D256C1B1}" v="8" dt="2026-03-11T04:19:39.244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 varScale="1">
        <p:scale>
          <a:sx n="96" d="100"/>
          <a:sy n="96" d="100"/>
        </p:scale>
        <p:origin x="1590" y="312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 Sparkman" userId="7b660184e1cc24f9" providerId="LiveId" clId="{639B9D49-79E4-44ED-A90C-6963975DB8F3}"/>
    <pc:docChg chg="undo custSel delSld modSld">
      <pc:chgData name="Zach Sparkman" userId="7b660184e1cc24f9" providerId="LiveId" clId="{639B9D49-79E4-44ED-A90C-6963975DB8F3}" dt="2026-03-11T04:19:48.743" v="93" actId="478"/>
      <pc:docMkLst>
        <pc:docMk/>
      </pc:docMkLst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1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2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3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4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5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6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7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8"/>
        </pc:sldMkLst>
      </pc:sldChg>
      <pc:sldChg chg="del">
        <pc:chgData name="Zach Sparkman" userId="7b660184e1cc24f9" providerId="LiveId" clId="{639B9D49-79E4-44ED-A90C-6963975DB8F3}" dt="2026-03-11T04:17:03.890" v="0" actId="47"/>
        <pc:sldMkLst>
          <pc:docMk/>
          <pc:sldMk cId="3379037799" sldId="409"/>
        </pc:sldMkLst>
      </pc:sldChg>
      <pc:sldChg chg="delSp modSp mod">
        <pc:chgData name="Zach Sparkman" userId="7b660184e1cc24f9" providerId="LiveId" clId="{639B9D49-79E4-44ED-A90C-6963975DB8F3}" dt="2026-03-11T04:19:48.743" v="93" actId="478"/>
        <pc:sldMkLst>
          <pc:docMk/>
          <pc:sldMk cId="3379037799" sldId="2147473227"/>
        </pc:sldMkLst>
        <pc:spChg chg="del">
          <ac:chgData name="Zach Sparkman" userId="7b660184e1cc24f9" providerId="LiveId" clId="{639B9D49-79E4-44ED-A90C-6963975DB8F3}" dt="2026-03-11T04:19:47.745" v="92" actId="478"/>
          <ac:spMkLst>
            <pc:docMk/>
            <pc:sldMk cId="3379037799" sldId="2147473227"/>
            <ac:spMk id="4" creationId="{C0CB4CCB-060B-6322-2ADB-688F9EBDB648}"/>
          </ac:spMkLst>
        </pc:spChg>
        <pc:spChg chg="mod">
          <ac:chgData name="Zach Sparkman" userId="7b660184e1cc24f9" providerId="LiveId" clId="{639B9D49-79E4-44ED-A90C-6963975DB8F3}" dt="2026-03-11T04:18:24.865" v="62" actId="20577"/>
          <ac:spMkLst>
            <pc:docMk/>
            <pc:sldMk cId="3379037799" sldId="2147473227"/>
            <ac:spMk id="11" creationId="{45B45387-5986-BCC9-C2EE-1FF79B99024D}"/>
          </ac:spMkLst>
        </pc:spChg>
        <pc:spChg chg="mod">
          <ac:chgData name="Zach Sparkman" userId="7b660184e1cc24f9" providerId="LiveId" clId="{639B9D49-79E4-44ED-A90C-6963975DB8F3}" dt="2026-03-11T04:18:37.101" v="73" actId="20577"/>
          <ac:spMkLst>
            <pc:docMk/>
            <pc:sldMk cId="3379037799" sldId="2147473227"/>
            <ac:spMk id="12" creationId="{DC5DB346-8A56-8A62-8BC8-82D745D4EF3B}"/>
          </ac:spMkLst>
        </pc:spChg>
        <pc:spChg chg="mod">
          <ac:chgData name="Zach Sparkman" userId="7b660184e1cc24f9" providerId="LiveId" clId="{639B9D49-79E4-44ED-A90C-6963975DB8F3}" dt="2026-03-11T04:18:28.348" v="64" actId="20577"/>
          <ac:spMkLst>
            <pc:docMk/>
            <pc:sldMk cId="3379037799" sldId="2147473227"/>
            <ac:spMk id="13" creationId="{2379DD07-DD90-5DD1-DFE3-A982248AE0BC}"/>
          </ac:spMkLst>
        </pc:spChg>
        <pc:spChg chg="del mod">
          <ac:chgData name="Zach Sparkman" userId="7b660184e1cc24f9" providerId="LiveId" clId="{639B9D49-79E4-44ED-A90C-6963975DB8F3}" dt="2026-03-11T04:19:43.633" v="89" actId="478"/>
          <ac:spMkLst>
            <pc:docMk/>
            <pc:sldMk cId="3379037799" sldId="2147473227"/>
            <ac:spMk id="32" creationId="{47882BFA-1E83-791F-3725-F349EAF59B8E}"/>
          </ac:spMkLst>
        </pc:spChg>
        <pc:spChg chg="mod">
          <ac:chgData name="Zach Sparkman" userId="7b660184e1cc24f9" providerId="LiveId" clId="{639B9D49-79E4-44ED-A90C-6963975DB8F3}" dt="2026-03-11T04:17:17.293" v="11" actId="20577"/>
          <ac:spMkLst>
            <pc:docMk/>
            <pc:sldMk cId="3379037799" sldId="2147473227"/>
            <ac:spMk id="51" creationId="{00000000-0000-0000-0000-000000000000}"/>
          </ac:spMkLst>
        </pc:spChg>
        <pc:spChg chg="mod">
          <ac:chgData name="Zach Sparkman" userId="7b660184e1cc24f9" providerId="LiveId" clId="{639B9D49-79E4-44ED-A90C-6963975DB8F3}" dt="2026-03-11T04:18:52.393" v="75" actId="13926"/>
          <ac:spMkLst>
            <pc:docMk/>
            <pc:sldMk cId="3379037799" sldId="2147473227"/>
            <ac:spMk id="62" creationId="{00000000-0000-0000-0000-000000000000}"/>
          </ac:spMkLst>
        </pc:spChg>
        <pc:grpChg chg="del mod">
          <ac:chgData name="Zach Sparkman" userId="7b660184e1cc24f9" providerId="LiveId" clId="{639B9D49-79E4-44ED-A90C-6963975DB8F3}" dt="2026-03-11T04:19:46.264" v="91" actId="478"/>
          <ac:grpSpMkLst>
            <pc:docMk/>
            <pc:sldMk cId="3379037799" sldId="2147473227"/>
            <ac:grpSpMk id="17" creationId="{095FE097-835A-9FE3-09E0-9AEE97AC7E7D}"/>
          </ac:grpSpMkLst>
        </pc:grpChg>
        <pc:picChg chg="del">
          <ac:chgData name="Zach Sparkman" userId="7b660184e1cc24f9" providerId="LiveId" clId="{639B9D49-79E4-44ED-A90C-6963975DB8F3}" dt="2026-03-11T04:19:48.743" v="93" actId="478"/>
          <ac:picMkLst>
            <pc:docMk/>
            <pc:sldMk cId="3379037799" sldId="2147473227"/>
            <ac:picMk id="5" creationId="{F43818D9-8B6D-18D2-D97D-76E3F124884E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81830-4BF3-E441-835E-D441248A5DA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1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2026-03-10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E7F-37A9-9557-8D61-4AD60AB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B95D8CA-B0D0-C458-FEFD-DC5D5724A2C0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50" name="BaseHdr"/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51" name="BaseBody"/>
          <p:cNvSpPr txBox="1"/>
          <p:nvPr/>
        </p:nvSpPr>
        <p:spPr>
          <a:xfrm>
            <a:off x="597644" y="3467785"/>
            <a:ext cx="2500000" cy="2662954"/>
          </a:xfrm>
          <a:prstGeom prst="rect">
            <a:avLst/>
          </a:prstGeom>
          <a:solidFill>
            <a:srgbClr val="01315E"/>
          </a:solidFill>
          <a:ln>
            <a:noFill/>
          </a:ln>
        </p:spPr>
        <p:txBody>
          <a:bodyPr wrap="square" lIns="160000" tIns="11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X/XX/XX – X/XX/XX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XXX,XXX Impressions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Delivered 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during XXX broadcast</a:t>
            </a:r>
          </a:p>
        </p:txBody>
      </p:sp>
      <p:sp>
        <p:nvSpPr>
          <p:cNvPr id="52" name="ConnLine"/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PlusBg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PlusTxt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5" name="Banner"/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980" b="1" dirty="0">
                <a:solidFill>
                  <a:srgbClr val="7DD4FF"/>
                </a:solidFill>
              </a:rPr>
              <a:t>+ ADD ONE SUPPORT PACKAGE</a:t>
            </a:r>
          </a:p>
        </p:txBody>
      </p:sp>
      <p:sp>
        <p:nvSpPr>
          <p:cNvPr id="56" name="BannerLine"/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OLine0"/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OHdr0"/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62" name="OBody0"/>
          <p:cNvSpPr txBox="1"/>
          <p:nvPr/>
        </p:nvSpPr>
        <p:spPr>
          <a:xfrm>
            <a:off x="3497644" y="3732785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$40 CPM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Targeted to XXX viewers in XXX DMA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lang="en-US" sz="850" dirty="0">
              <a:solidFill>
                <a:srgbClr val="B8CCE0"/>
              </a:solidFill>
            </a:endParaRP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63" name="OLine1"/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OHdr1"/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66" name="OLine2"/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OHdr2"/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1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88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379DD07-DD90-5DD1-DFE3-A982248AE0BC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 dirty="0">
                <a:solidFill>
                  <a:srgbClr val="D5D5D5"/>
                </a:solidFill>
                <a:latin typeface="Spectrum Sans Bold" panose="02110004020202020204"/>
              </a:rPr>
              <a:t>XXX DMA</a:t>
            </a:r>
          </a:p>
        </p:txBody>
      </p:sp>
      <p:sp>
        <p:nvSpPr>
          <p:cNvPr id="11" name="OBody0">
            <a:extLst>
              <a:ext uri="{FF2B5EF4-FFF2-40B4-BE49-F238E27FC236}">
                <a16:creationId xmlns:a16="http://schemas.microsoft.com/office/drawing/2014/main" id="{45B45387-5986-BCC9-C2EE-1FF79B99024D}"/>
              </a:ext>
            </a:extLst>
          </p:cNvPr>
          <p:cNvSpPr txBox="1"/>
          <p:nvPr/>
        </p:nvSpPr>
        <p:spPr>
          <a:xfrm>
            <a:off x="6049367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$35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Networks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12" name="OBody0">
            <a:extLst>
              <a:ext uri="{FF2B5EF4-FFF2-40B4-BE49-F238E27FC236}">
                <a16:creationId xmlns:a16="http://schemas.microsoft.com/office/drawing/2014/main" id="{DC5DB346-8A56-8A62-8BC8-82D745D4EF3B}"/>
              </a:ext>
            </a:extLst>
          </p:cNvPr>
          <p:cNvSpPr txBox="1"/>
          <p:nvPr/>
        </p:nvSpPr>
        <p:spPr>
          <a:xfrm>
            <a:off x="8597973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$29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0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Audiences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Total Investment: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000" b="1" dirty="0">
                <a:solidFill>
                  <a:srgbClr val="7DD4FF"/>
                </a:solidFill>
              </a:rPr>
              <a:t>Package </a:t>
            </a:r>
            <a:r>
              <a:rPr lang="en-US" sz="1000" b="1" dirty="0" err="1">
                <a:solidFill>
                  <a:srgbClr val="7DD4FF"/>
                </a:solidFill>
              </a:rPr>
              <a:t>eCPM</a:t>
            </a:r>
            <a:r>
              <a:rPr lang="en-US" sz="1000" b="1" dirty="0">
                <a:solidFill>
                  <a:srgbClr val="7DD4FF"/>
                </a:solidFill>
              </a:rPr>
              <a:t>: $XX</a:t>
            </a:r>
          </a:p>
        </p:txBody>
      </p:sp>
    </p:spTree>
    <p:extLst>
      <p:ext uri="{BB962C8B-B14F-4D97-AF65-F5344CB8AC3E}">
        <p14:creationId xmlns:p14="http://schemas.microsoft.com/office/powerpoint/2010/main" val="33790377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/>
</file>

<file path=customXml/item3.xml><?xml version="1.0" encoding="utf-8"?>
<?mso-contentType ?>
<spe:Receivers xmlns:spe="http://schemas.microsoft.com/sharepoint/event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Props1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4861</TotalTime>
  <Words>203</Words>
  <Application>Microsoft Office PowerPoint</Application>
  <PresentationFormat>Widescreen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Zach Sparkman</cp:lastModifiedBy>
  <cp:revision>63</cp:revision>
  <dcterms:created xsi:type="dcterms:W3CDTF">2025-08-18T20:56:00Z</dcterms:created>
  <dcterms:modified xsi:type="dcterms:W3CDTF">2026-03-11T04:19:55Z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