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14C987-AAA0-CF26-75DC-230F7A82026C}" v="4" dt="2026-03-11T03:29:01.489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59" d="100"/>
          <a:sy n="59" d="100"/>
        </p:scale>
        <p:origin x="1256" y="5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S::zach.sparkman@charter.com::a0fa8067-9197-4cb4-b572-088af4ff6e51" providerId="AD" clId="Web-{FD14C987-AAA0-CF26-75DC-230F7A82026C}"/>
    <pc:docChg chg="delSld modSld">
      <pc:chgData name="Sparkman, Zach E" userId="S::zach.sparkman@charter.com::a0fa8067-9197-4cb4-b572-088af4ff6e51" providerId="AD" clId="Web-{FD14C987-AAA0-CF26-75DC-230F7A82026C}" dt="2026-03-11T03:29:01.489" v="3" actId="20577"/>
      <pc:docMkLst>
        <pc:docMk/>
      </pc:docMkLst>
      <pc:sldChg chg="del">
        <pc:chgData name="Sparkman, Zach E" userId="S::zach.sparkman@charter.com::a0fa8067-9197-4cb4-b572-088af4ff6e51" providerId="AD" clId="Web-{FD14C987-AAA0-CF26-75DC-230F7A82026C}" dt="2026-03-11T03:28:52.161" v="0"/>
        <pc:sldMkLst>
          <pc:docMk/>
          <pc:sldMk cId="1977702510" sldId="2147473208"/>
        </pc:sldMkLst>
      </pc:sldChg>
      <pc:sldChg chg="del">
        <pc:chgData name="Sparkman, Zach E" userId="S::zach.sparkman@charter.com::a0fa8067-9197-4cb4-b572-088af4ff6e51" providerId="AD" clId="Web-{FD14C987-AAA0-CF26-75DC-230F7A82026C}" dt="2026-03-11T03:28:52.989" v="1"/>
        <pc:sldMkLst>
          <pc:docMk/>
          <pc:sldMk cId="3448017463" sldId="2147473220"/>
        </pc:sldMkLst>
      </pc:sldChg>
      <pc:sldChg chg="modSp">
        <pc:chgData name="Sparkman, Zach E" userId="S::zach.sparkman@charter.com::a0fa8067-9197-4cb4-b572-088af4ff6e51" providerId="AD" clId="Web-{FD14C987-AAA0-CF26-75DC-230F7A82026C}" dt="2026-03-11T03:29:01.489" v="3" actId="20577"/>
        <pc:sldMkLst>
          <pc:docMk/>
          <pc:sldMk cId="1065980393" sldId="2147473235"/>
        </pc:sldMkLst>
        <pc:spChg chg="mod">
          <ac:chgData name="Sparkman, Zach E" userId="S::zach.sparkman@charter.com::a0fa8067-9197-4cb4-b572-088af4ff6e51" providerId="AD" clId="Web-{FD14C987-AAA0-CF26-75DC-230F7A82026C}" dt="2026-03-11T03:29:01.489" v="3" actId="20577"/>
          <ac:spMkLst>
            <pc:docMk/>
            <pc:sldMk cId="1065980393" sldId="2147473235"/>
            <ac:spMk id="9" creationId="{2A54B189-26C2-19B8-4C6A-611613235212}"/>
          </ac:spMkLst>
        </pc:spChg>
      </pc:sldChg>
      <pc:sldChg chg="del">
        <pc:chgData name="Sparkman, Zach E" userId="S::zach.sparkman@charter.com::a0fa8067-9197-4cb4-b572-088af4ff6e51" providerId="AD" clId="Web-{FD14C987-AAA0-CF26-75DC-230F7A82026C}" dt="2026-03-11T03:28:56.536" v="2"/>
        <pc:sldMkLst>
          <pc:docMk/>
          <pc:sldMk cId="139504052" sldId="21474732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C721-C486-90AC-3213-1B94B50E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BDBF840-7433-BCA3-CB6D-77E96186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1" y="330809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8604AF90-147A-0AE5-C98D-B5FBE727A961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A54B189-26C2-19B8-4C6A-611613235212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3F33B82-C90A-7C99-04F2-3A3F8EE7514E}"/>
              </a:ext>
            </a:extLst>
          </p:cNvPr>
          <p:cNvSpPr txBox="1">
            <a:spLocks/>
          </p:cNvSpPr>
          <p:nvPr/>
        </p:nvSpPr>
        <p:spPr>
          <a:xfrm>
            <a:off x="426437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03/15/26						Selection Sunday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03/17-03/28			Men’s Play-In + Rounds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03/18-03/30			Women’s Play-In + Rds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04/03-04/05		Women’s Semis + Champ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04/04-04/06		Men’s Semis + Championship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1CE5CD-C79C-A124-A87A-83AAA3712E85}"/>
              </a:ext>
            </a:extLst>
          </p:cNvPr>
          <p:cNvGrpSpPr/>
          <p:nvPr/>
        </p:nvGrpSpPr>
        <p:grpSpPr>
          <a:xfrm>
            <a:off x="8553297" y="902561"/>
            <a:ext cx="3078253" cy="1046697"/>
            <a:chOff x="7888848" y="4925600"/>
            <a:chExt cx="3078253" cy="1046697"/>
          </a:xfrm>
        </p:grpSpPr>
        <p:pic>
          <p:nvPicPr>
            <p:cNvPr id="17" name="Picture 1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99BA483F-136E-2543-2159-4AB077AD87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0095" b="31753"/>
            <a:stretch/>
          </p:blipFill>
          <p:spPr>
            <a:xfrm>
              <a:off x="7888848" y="5615682"/>
              <a:ext cx="898775" cy="274320"/>
            </a:xfrm>
            <a:prstGeom prst="rect">
              <a:avLst/>
            </a:prstGeom>
          </p:spPr>
        </p:pic>
        <p:pic>
          <p:nvPicPr>
            <p:cNvPr id="18" name="Picture 1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EE23EBC8-6BF3-7775-A94A-1AE9CF026B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5324" b="36659"/>
            <a:stretch/>
          </p:blipFill>
          <p:spPr>
            <a:xfrm>
              <a:off x="8933291" y="5650365"/>
              <a:ext cx="914400" cy="204954"/>
            </a:xfrm>
            <a:prstGeom prst="rect">
              <a:avLst/>
            </a:prstGeom>
          </p:spPr>
        </p:pic>
        <p:pic>
          <p:nvPicPr>
            <p:cNvPr id="19" name="Picture 18" descr="A red and white logo&#10;&#10;Description automatically generated">
              <a:extLst>
                <a:ext uri="{FF2B5EF4-FFF2-40B4-BE49-F238E27FC236}">
                  <a16:creationId xmlns:a16="http://schemas.microsoft.com/office/drawing/2014/main" id="{78F894D8-CFB3-ACF2-C6E1-2070A2A16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2129" y="5569961"/>
              <a:ext cx="364972" cy="36576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6787D5A-F37C-B38B-9F71-CE2E503B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0125" y="5017523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 descr="A black and white logo&#10;&#10;Description automatically generated">
              <a:extLst>
                <a:ext uri="{FF2B5EF4-FFF2-40B4-BE49-F238E27FC236}">
                  <a16:creationId xmlns:a16="http://schemas.microsoft.com/office/drawing/2014/main" id="{8533AC2E-452D-5377-FC78-4DFF56BA5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503" y="4925600"/>
              <a:ext cx="685800" cy="548640"/>
            </a:xfrm>
            <a:prstGeom prst="rect">
              <a:avLst/>
            </a:prstGeom>
          </p:spPr>
        </p:pic>
        <p:pic>
          <p:nvPicPr>
            <p:cNvPr id="22" name="Picture 21" descr="A black and white logo&#10;&#10;Description automatically generated">
              <a:extLst>
                <a:ext uri="{FF2B5EF4-FFF2-40B4-BE49-F238E27FC236}">
                  <a16:creationId xmlns:a16="http://schemas.microsoft.com/office/drawing/2014/main" id="{800579E9-725C-27ED-AC7A-AC7295AE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94482" y="4938541"/>
              <a:ext cx="640080" cy="512064"/>
            </a:xfrm>
            <a:prstGeom prst="rect">
              <a:avLst/>
            </a:prstGeom>
          </p:spPr>
        </p:pic>
        <p:pic>
          <p:nvPicPr>
            <p:cNvPr id="23" name="Picture 22" descr="A black and white logo&#10;&#10;Description automatically generated">
              <a:extLst>
                <a:ext uri="{FF2B5EF4-FFF2-40B4-BE49-F238E27FC236}">
                  <a16:creationId xmlns:a16="http://schemas.microsoft.com/office/drawing/2014/main" id="{F914D1BB-54D1-5082-2585-A811E5BDC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98563" y="4927477"/>
              <a:ext cx="685800" cy="548640"/>
            </a:xfrm>
            <a:prstGeom prst="rect">
              <a:avLst/>
            </a:prstGeom>
          </p:spPr>
        </p:pic>
        <p:pic>
          <p:nvPicPr>
            <p:cNvPr id="24" name="Picture 23" descr="A black and white logo&#10;&#10;Description automatically generated">
              <a:extLst>
                <a:ext uri="{FF2B5EF4-FFF2-40B4-BE49-F238E27FC236}">
                  <a16:creationId xmlns:a16="http://schemas.microsoft.com/office/drawing/2014/main" id="{19C186C1-BCD2-E8F8-7CCB-AC05AB80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29000" y="5533385"/>
              <a:ext cx="548640" cy="438912"/>
            </a:xfrm>
            <a:prstGeom prst="rect">
              <a:avLst/>
            </a:prstGeom>
          </p:spPr>
        </p:pic>
      </p:grp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BA871CE-F8ED-1392-8A2E-7FFB2D6069D0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NCAA Basketball Tourney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2D9EF6-B1E2-1998-F0CF-75A60B374DE6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90552-123B-CD02-E542-695900A18A0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8039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2.xml><?xml version="1.0" encoding="utf-8"?>
<ds:datastoreItem xmlns:ds="http://schemas.openxmlformats.org/officeDocument/2006/customXml" ds:itemID="{F935B857-3D94-4C17-9CED-92477EFC35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D0A483-7ADE-4980-AE88-8E5FB9B98F4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BCF0F5-F8A1-4268-BC58-B16D526F51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1988</TotalTime>
  <Words>1002</Words>
  <Application>Microsoft Office PowerPoint</Application>
  <PresentationFormat>Widescreen</PresentationFormat>
  <Paragraphs>88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Carter, Brent D</cp:lastModifiedBy>
  <cp:revision>60</cp:revision>
  <dcterms:created xsi:type="dcterms:W3CDTF">2025-08-18T20:56:00Z</dcterms:created>
  <dcterms:modified xsi:type="dcterms:W3CDTF">2026-03-11T03:29:01Z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