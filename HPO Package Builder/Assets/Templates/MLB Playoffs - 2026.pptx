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2B24F-1823-6D35-BFD5-1266F9608DA4}" v="6" dt="2026-03-11T03:28:13.148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59" d="100"/>
          <a:sy n="59" d="100"/>
        </p:scale>
        <p:origin x="1256" y="52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man, Zach E" userId="S::zach.sparkman@charter.com::a0fa8067-9197-4cb4-b572-088af4ff6e51" providerId="AD" clId="Web-{8F52B24F-1823-6D35-BFD5-1266F9608DA4}"/>
    <pc:docChg chg="delSld modSld">
      <pc:chgData name="Sparkman, Zach E" userId="S::zach.sparkman@charter.com::a0fa8067-9197-4cb4-b572-088af4ff6e51" providerId="AD" clId="Web-{8F52B24F-1823-6D35-BFD5-1266F9608DA4}" dt="2026-03-11T03:28:13.148" v="4" actId="20577"/>
      <pc:docMkLst>
        <pc:docMk/>
      </pc:docMkLst>
      <pc:sldChg chg="del">
        <pc:chgData name="Sparkman, Zach E" userId="S::zach.sparkman@charter.com::a0fa8067-9197-4cb4-b572-088af4ff6e51" providerId="AD" clId="Web-{8F52B24F-1823-6D35-BFD5-1266F9608DA4}" dt="2026-03-11T03:28:05.554" v="0"/>
        <pc:sldMkLst>
          <pc:docMk/>
          <pc:sldMk cId="2309290464" sldId="2147473218"/>
        </pc:sldMkLst>
      </pc:sldChg>
      <pc:sldChg chg="addSp delSp modSp">
        <pc:chgData name="Sparkman, Zach E" userId="S::zach.sparkman@charter.com::a0fa8067-9197-4cb4-b572-088af4ff6e51" providerId="AD" clId="Web-{8F52B24F-1823-6D35-BFD5-1266F9608DA4}" dt="2026-03-11T03:28:13.148" v="4" actId="20577"/>
        <pc:sldMkLst>
          <pc:docMk/>
          <pc:sldMk cId="3307957599" sldId="2147473231"/>
        </pc:sldMkLst>
        <pc:spChg chg="add del mod">
          <ac:chgData name="Sparkman, Zach E" userId="S::zach.sparkman@charter.com::a0fa8067-9197-4cb4-b572-088af4ff6e51" providerId="AD" clId="Web-{8F52B24F-1823-6D35-BFD5-1266F9608DA4}" dt="2026-03-11T03:28:13.148" v="4" actId="20577"/>
          <ac:spMkLst>
            <pc:docMk/>
            <pc:sldMk cId="3307957599" sldId="2147473231"/>
            <ac:spMk id="9" creationId="{3E873A14-74D2-D731-52D1-BD9AFCD07DCA}"/>
          </ac:spMkLst>
        </pc:spChg>
      </pc:sldChg>
      <pc:sldChg chg="del">
        <pc:chgData name="Sparkman, Zach E" userId="S::zach.sparkman@charter.com::a0fa8067-9197-4cb4-b572-088af4ff6e51" providerId="AD" clId="Web-{8F52B24F-1823-6D35-BFD5-1266F9608DA4}" dt="2026-03-11T03:28:06.241" v="1"/>
        <pc:sldMkLst>
          <pc:docMk/>
          <pc:sldMk cId="3496126662" sldId="2147473232"/>
        </pc:sldMkLst>
      </pc:sldChg>
    </pc:docChg>
  </pc:docChgLst>
  <pc:docChgLst>
    <pc:chgData clId="Web-{8F52B24F-1823-6D35-BFD5-1266F9608DA4}"/>
    <pc:docChg chg="delSld">
      <pc:chgData name="" userId="" providerId="" clId="Web-{8F52B24F-1823-6D35-BFD5-1266F9608DA4}" dt="2026-03-11T03:28:01.788" v="0"/>
      <pc:docMkLst>
        <pc:docMk/>
      </pc:docMkLst>
      <pc:sldChg chg="del">
        <pc:chgData name="" userId="" providerId="" clId="Web-{8F52B24F-1823-6D35-BFD5-1266F9608DA4}" dt="2026-03-11T03:28:01.788" v="0"/>
        <pc:sldMkLst>
          <pc:docMk/>
          <pc:sldMk cId="2862222895" sldId="21474732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ED41D-7213-C39E-42BB-91F58ED69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9D3FE050-096D-748D-656E-A9ACBC9C5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33" y="326626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A4B5D04E-1033-B757-DC4F-8037D03A4C97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E873A14-74D2-D731-52D1-BD9AFCD07DCA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/>
              <a:uLnTx/>
              <a:uFillTx/>
              <a:latin typeface="Spectrum Sans Bold" panose="02110004020202020204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B803E20-AD77-9CC6-21EE-73A6B6AFE8AB}"/>
              </a:ext>
            </a:extLst>
          </p:cNvPr>
          <p:cNvSpPr txBox="1">
            <a:spLocks/>
          </p:cNvSpPr>
          <p:nvPr/>
        </p:nvSpPr>
        <p:spPr>
          <a:xfrm>
            <a:off x="435864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09/30-10/02			Wild Card Series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10/04-10/10			NL Division Series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10/04-10/11			AL Division Series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10/12-10/20			NL Champ Series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10/13-10/21				AL Champ Series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10/24-11/01				World Series (in Spanish)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5EF354-5BCC-35A5-2C6A-0753073875E7}"/>
              </a:ext>
            </a:extLst>
          </p:cNvPr>
          <p:cNvGrpSpPr/>
          <p:nvPr/>
        </p:nvGrpSpPr>
        <p:grpSpPr>
          <a:xfrm>
            <a:off x="8561422" y="946362"/>
            <a:ext cx="2991336" cy="1059265"/>
            <a:chOff x="8561422" y="946362"/>
            <a:chExt cx="2991336" cy="105926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BD1170B-0EE1-616F-3325-9CD35B189B51}"/>
                </a:ext>
              </a:extLst>
            </p:cNvPr>
            <p:cNvGrpSpPr/>
            <p:nvPr/>
          </p:nvGrpSpPr>
          <p:grpSpPr>
            <a:xfrm>
              <a:off x="8561422" y="946362"/>
              <a:ext cx="2991336" cy="512064"/>
              <a:chOff x="10571544" y="0"/>
              <a:chExt cx="2991336" cy="512064"/>
            </a:xfrm>
          </p:grpSpPr>
          <p:pic>
            <p:nvPicPr>
              <p:cNvPr id="29" name="Picture 28" descr="A white text on a black background&#10;&#10;Description automatically generated">
                <a:extLst>
                  <a:ext uri="{FF2B5EF4-FFF2-40B4-BE49-F238E27FC236}">
                    <a16:creationId xmlns:a16="http://schemas.microsoft.com/office/drawing/2014/main" id="{1CCA34B6-903B-F3D5-E9DE-3D90563562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30095" b="31753"/>
              <a:stretch/>
            </p:blipFill>
            <p:spPr>
              <a:xfrm>
                <a:off x="10571544" y="144397"/>
                <a:ext cx="731520" cy="223271"/>
              </a:xfrm>
              <a:prstGeom prst="rect">
                <a:avLst/>
              </a:prstGeom>
            </p:spPr>
          </p:pic>
          <p:pic>
            <p:nvPicPr>
              <p:cNvPr id="30" name="Picture 29" descr="A white text on a black background&#10;&#10;Description automatically generated">
                <a:extLst>
                  <a:ext uri="{FF2B5EF4-FFF2-40B4-BE49-F238E27FC236}">
                    <a16:creationId xmlns:a16="http://schemas.microsoft.com/office/drawing/2014/main" id="{FB628AB4-FA2C-8F95-4A11-49FC188CE7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35324" b="36659"/>
              <a:stretch/>
            </p:blipFill>
            <p:spPr>
              <a:xfrm>
                <a:off x="11413597" y="174051"/>
                <a:ext cx="731520" cy="163964"/>
              </a:xfrm>
              <a:prstGeom prst="rect">
                <a:avLst/>
              </a:prstGeom>
            </p:spPr>
          </p:pic>
          <p:pic>
            <p:nvPicPr>
              <p:cNvPr id="31" name="Picture 30" descr="A black and white logo&#10;&#10;Description automatically generated">
                <a:extLst>
                  <a:ext uri="{FF2B5EF4-FFF2-40B4-BE49-F238E27FC236}">
                    <a16:creationId xmlns:a16="http://schemas.microsoft.com/office/drawing/2014/main" id="{27880A99-C376-E728-9137-CECA7B478F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14240" y="32331"/>
                <a:ext cx="548640" cy="438912"/>
              </a:xfrm>
              <a:prstGeom prst="rect">
                <a:avLst/>
              </a:prstGeom>
            </p:spPr>
          </p:pic>
          <p:pic>
            <p:nvPicPr>
              <p:cNvPr id="32" name="Picture 31" descr="A white letters on a black background&#10;&#10;Description automatically generated">
                <a:extLst>
                  <a:ext uri="{FF2B5EF4-FFF2-40B4-BE49-F238E27FC236}">
                    <a16:creationId xmlns:a16="http://schemas.microsoft.com/office/drawing/2014/main" id="{6EFF87A6-3F0A-7733-0DA6-A9840D9475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62566" y="0"/>
                <a:ext cx="640080" cy="512064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59D1A9E-99A2-D8B9-D35D-6F1CE1CBA88A}"/>
                </a:ext>
              </a:extLst>
            </p:cNvPr>
            <p:cNvGrpSpPr/>
            <p:nvPr/>
          </p:nvGrpSpPr>
          <p:grpSpPr>
            <a:xfrm>
              <a:off x="8694599" y="1495119"/>
              <a:ext cx="2759454" cy="510508"/>
              <a:chOff x="11936166" y="537448"/>
              <a:chExt cx="2759454" cy="510508"/>
            </a:xfrm>
          </p:grpSpPr>
          <p:pic>
            <p:nvPicPr>
              <p:cNvPr id="21" name="Picture 20" descr="A black and white logo&#10;&#10;Description automatically generated">
                <a:extLst>
                  <a:ext uri="{FF2B5EF4-FFF2-40B4-BE49-F238E27FC236}">
                    <a16:creationId xmlns:a16="http://schemas.microsoft.com/office/drawing/2014/main" id="{9430158D-EBD1-4EBE-2FFE-3D4A3EBC2B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36166" y="569735"/>
                <a:ext cx="571500" cy="457200"/>
              </a:xfrm>
              <a:prstGeom prst="rect">
                <a:avLst/>
              </a:prstGeom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2C94B8C-1A9F-7C8A-9BB0-CE499BC4A275}"/>
                  </a:ext>
                </a:extLst>
              </p:cNvPr>
              <p:cNvGrpSpPr/>
              <p:nvPr/>
            </p:nvGrpSpPr>
            <p:grpSpPr>
              <a:xfrm>
                <a:off x="12611119" y="537448"/>
                <a:ext cx="2084501" cy="510508"/>
                <a:chOff x="10846189" y="2950677"/>
                <a:chExt cx="2084501" cy="510508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B5338A73-F9BF-B9C3-820C-430AE8829501}"/>
                    </a:ext>
                  </a:extLst>
                </p:cNvPr>
                <p:cNvGrpSpPr/>
                <p:nvPr/>
              </p:nvGrpSpPr>
              <p:grpSpPr>
                <a:xfrm>
                  <a:off x="11596642" y="3037787"/>
                  <a:ext cx="1334048" cy="365760"/>
                  <a:chOff x="8957490" y="2948104"/>
                  <a:chExt cx="1334048" cy="365760"/>
                </a:xfrm>
              </p:grpSpPr>
              <p:pic>
                <p:nvPicPr>
                  <p:cNvPr id="26" name="Picture 25">
                    <a:extLst>
                      <a:ext uri="{FF2B5EF4-FFF2-40B4-BE49-F238E27FC236}">
                        <a16:creationId xmlns:a16="http://schemas.microsoft.com/office/drawing/2014/main" id="{B29F7CAA-209C-A8BF-E4D7-568C161C07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971498" y="2970964"/>
                    <a:ext cx="320040" cy="320040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pic>
                <p:nvPicPr>
                  <p:cNvPr id="27" name="Picture 26" descr="A red and white logo&#10;&#10;Description automatically generated">
                    <a:extLst>
                      <a:ext uri="{FF2B5EF4-FFF2-40B4-BE49-F238E27FC236}">
                        <a16:creationId xmlns:a16="http://schemas.microsoft.com/office/drawing/2014/main" id="{50CE03FB-330A-5761-02A4-5FE0BD0788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9535919" y="2968376"/>
                    <a:ext cx="319351" cy="320040"/>
                  </a:xfrm>
                  <a:prstGeom prst="rect">
                    <a:avLst/>
                  </a:prstGeom>
                </p:spPr>
              </p:pic>
              <p:pic>
                <p:nvPicPr>
                  <p:cNvPr id="28" name="Picture 27">
                    <a:extLst>
                      <a:ext uri="{FF2B5EF4-FFF2-40B4-BE49-F238E27FC236}">
                        <a16:creationId xmlns:a16="http://schemas.microsoft.com/office/drawing/2014/main" id="{009C801E-8621-2808-6C5C-B34554FB6A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8957490" y="2948104"/>
                    <a:ext cx="457200" cy="36576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ECAA6F42-8082-4E93-1AAE-FFBC47A04C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46189" y="2950677"/>
                  <a:ext cx="640080" cy="510508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2E8775AF-476E-91EB-8E08-B16321D8DDA2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MLB Postseason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E89250-C548-707A-3E41-3D78CC56FC2E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5A64-466B-2BF9-86F0-23084514F09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5759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/>
</file>

<file path=customXml/item3.xml><?xml version="1.0" encoding="utf-8"?>
<?mso-contentType ?>
<spe:Receivers xmlns:spe="http://schemas.microsoft.com/sharepoint/event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Props1.xml><?xml version="1.0" encoding="utf-8"?>
<ds:datastoreItem xmlns:ds="http://schemas.openxmlformats.org/officeDocument/2006/customXml" ds:itemID="{A65031FC-94AB-4C4D-AFFD-C65F3236FC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1F8851-748D-467D-A2BE-D9CED1B756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C068B3-614D-405C-9937-D2C3B7BB282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1987</TotalTime>
  <Words>1024</Words>
  <Application>Microsoft Office PowerPoint</Application>
  <PresentationFormat>Widescreen</PresentationFormat>
  <Paragraphs>86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Carter, Brent D</cp:lastModifiedBy>
  <cp:revision>58</cp:revision>
  <dcterms:created xsi:type="dcterms:W3CDTF">2025-08-18T20:56:00Z</dcterms:created>
  <dcterms:modified xsi:type="dcterms:W3CDTF">2026-03-11T03:28:22Z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