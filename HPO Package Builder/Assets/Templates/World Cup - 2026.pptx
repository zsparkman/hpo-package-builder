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41" d="100"/>
          <a:sy n="41" d="100"/>
        </p:scale>
        <p:origin x="1662" y="270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modSld">
      <pc:chgData name="Zach Sparkman" userId="7b660184e1cc24f9" providerId="LiveId" clId="{639B9D49-79E4-44ED-A90C-6963975DB8F3}" dt="2026-03-11T04:55:26.752" v="0" actId="6549"/>
      <pc:docMkLst>
        <pc:docMk/>
      </pc:docMkLst>
      <pc:sldChg chg="modSp mod">
        <pc:chgData name="Zach Sparkman" userId="7b660184e1cc24f9" providerId="LiveId" clId="{639B9D49-79E4-44ED-A90C-6963975DB8F3}" dt="2026-03-11T04:55:26.752" v="0" actId="6549"/>
        <pc:sldMkLst>
          <pc:docMk/>
          <pc:sldMk cId="3379037799" sldId="2147473227"/>
        </pc:sldMkLst>
        <pc:spChg chg="mod">
          <ac:chgData name="Zach Sparkman" userId="7b660184e1cc24f9" providerId="LiveId" clId="{639B9D49-79E4-44ED-A90C-6963975DB8F3}" dt="2026-03-11T04:55:26.752" v="0" actId="6549"/>
          <ac:spMkLst>
            <pc:docMk/>
            <pc:sldMk cId="3379037799" sldId="2147473227"/>
            <ac:spMk id="36" creationId="{8450544B-6AC3-4325-F6E8-87669CD359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E7F-37A9-9557-8D61-4AD60AB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3818D9-8B6D-18D2-D97D-76E3F124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1" y="328139"/>
            <a:ext cx="3533179" cy="1877731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95D8CA-B0D0-C458-FEFD-DC5D5724A2C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8450544B-6AC3-4325-F6E8-87669CD359A1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47882BFA-1E83-791F-3725-F349EAF59B8E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06/11-06/27			Group Stage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06/28-07/03		Round of 32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07/04-07/07		Round of 16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07/09-07/11			Quarterfinals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07/14-07/15			Semifinals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07/18-07/19			3rd Place Match + Final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0CB4CCB-060B-6322-2ADB-688F9EBDB648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30096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FIFA Men’s World Cup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AED3EA-E233-F76C-1EA4-CA91761C0E57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E41A76-E731-0304-630D-2E5E7AEBE108}"/>
              </a:ext>
            </a:extLst>
          </p:cNvPr>
          <p:cNvGrpSpPr/>
          <p:nvPr/>
        </p:nvGrpSpPr>
        <p:grpSpPr>
          <a:xfrm>
            <a:off x="8597166" y="1129780"/>
            <a:ext cx="2919848" cy="512064"/>
            <a:chOff x="8519042" y="1112741"/>
            <a:chExt cx="2919848" cy="5120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E1BAFD-ECD8-6BE7-B8C4-3508C6E28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1690" y="1138824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 descr="A white letters on a black background&#10;&#10;Description automatically generated">
              <a:extLst>
                <a:ext uri="{FF2B5EF4-FFF2-40B4-BE49-F238E27FC236}">
                  <a16:creationId xmlns:a16="http://schemas.microsoft.com/office/drawing/2014/main" id="{04C11BC0-5974-F3C7-9D0D-F7ED1A7B1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9042" y="1112741"/>
              <a:ext cx="640080" cy="512064"/>
            </a:xfrm>
            <a:prstGeom prst="rect">
              <a:avLst/>
            </a:prstGeom>
          </p:spPr>
        </p:pic>
        <p:pic>
          <p:nvPicPr>
            <p:cNvPr id="8" name="Picture 7" descr="A white logo with a black background&#10;&#10;AI-generated content may be incorrect.">
              <a:extLst>
                <a:ext uri="{FF2B5EF4-FFF2-40B4-BE49-F238E27FC236}">
                  <a16:creationId xmlns:a16="http://schemas.microsoft.com/office/drawing/2014/main" id="{1EAD5F80-1EF6-9364-9555-FE71277FA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61840" y="1112741"/>
              <a:ext cx="640080" cy="512064"/>
            </a:xfrm>
            <a:prstGeom prst="rect">
              <a:avLst/>
            </a:prstGeom>
          </p:spPr>
        </p:pic>
        <p:pic>
          <p:nvPicPr>
            <p:cNvPr id="11" name="Picture 10" descr="A white logo with a bird in the center&#10;&#10;AI-generated content may be incorrect.">
              <a:extLst>
                <a:ext uri="{FF2B5EF4-FFF2-40B4-BE49-F238E27FC236}">
                  <a16:creationId xmlns:a16="http://schemas.microsoft.com/office/drawing/2014/main" id="{E696ECBF-00C5-9923-61A5-4497A1DB9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40385" y="1112741"/>
              <a:ext cx="640080" cy="512064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59D3A8B-2F10-1824-C759-508E2BCA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spe:Receivers xmlns:spe="http://schemas.microsoft.com/sharepoint/event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2.xml><?xml version="1.0" encoding="utf-8"?>
<ds:datastoreItem xmlns:ds="http://schemas.openxmlformats.org/officeDocument/2006/customXml" ds:itemID="{9CC6B7AB-933E-4BDF-97FD-4E1A90FFD6B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778569C-2C0D-4437-AA5B-1DB29DFB5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EB01C4E-BE79-4DFA-BD5C-2DA1C6AF319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1985</TotalTime>
  <Words>235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55</cp:revision>
  <dcterms:created xsi:type="dcterms:W3CDTF">2025-08-18T20:56:00Z</dcterms:created>
  <dcterms:modified xsi:type="dcterms:W3CDTF">2026-03-11T04:55:27Z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