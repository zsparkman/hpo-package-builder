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30409-6F21-49BD-BA3F-3A82C04F6F2A}" v="5" dt="2026-03-10T23:14:07.336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41" d="100"/>
          <a:sy n="41" d="100"/>
        </p:scale>
        <p:origin x="1662" y="270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 Sparkman" userId="7b660184e1cc24f9" providerId="LiveId" clId="{639B9D49-79E4-44ED-A90C-6963975DB8F3}"/>
    <pc:docChg chg="modSld">
      <pc:chgData name="Zach Sparkman" userId="7b660184e1cc24f9" providerId="LiveId" clId="{639B9D49-79E4-44ED-A90C-6963975DB8F3}" dt="2026-03-11T04:55:05.820" v="0" actId="6549"/>
      <pc:docMkLst>
        <pc:docMk/>
      </pc:docMkLst>
      <pc:sldChg chg="modSp mod">
        <pc:chgData name="Zach Sparkman" userId="7b660184e1cc24f9" providerId="LiveId" clId="{639B9D49-79E4-44ED-A90C-6963975DB8F3}" dt="2026-03-11T04:55:05.820" v="0" actId="6549"/>
        <pc:sldMkLst>
          <pc:docMk/>
          <pc:sldMk cId="21070703" sldId="2147473248"/>
        </pc:sldMkLst>
        <pc:spChg chg="mod">
          <ac:chgData name="Zach Sparkman" userId="7b660184e1cc24f9" providerId="LiveId" clId="{639B9D49-79E4-44ED-A90C-6963975DB8F3}" dt="2026-03-11T04:55:05.820" v="0" actId="6549"/>
          <ac:spMkLst>
            <pc:docMk/>
            <pc:sldMk cId="21070703" sldId="2147473248"/>
            <ac:spMk id="9" creationId="{485F8C47-EAED-A3BD-AFD6-12BDD9A8F85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ADE75-FD56-0BDE-B4D6-0FF9433C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0E24828A-DCE8-E3FC-1B60-A628EB1D0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1" y="330809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ECC71412-AEB5-5CFB-AD3B-BCF70806577A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85F8C47-EAED-A3BD-AFD6-12BDD9A8F850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endParaRPr lang="en-US" b="1" dirty="0">
              <a:solidFill>
                <a:srgbClr val="D5D5D5"/>
              </a:solidFill>
              <a:latin typeface="Spectrum Sans Bold" panose="02110004020202020204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6EA1431-5A55-3980-9C9B-466620ED001D}"/>
              </a:ext>
            </a:extLst>
          </p:cNvPr>
          <p:cNvSpPr txBox="1">
            <a:spLocks/>
          </p:cNvSpPr>
          <p:nvPr/>
        </p:nvSpPr>
        <p:spPr>
          <a:xfrm>
            <a:off x="4264370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" rtl="0" eaLnBrk="1" fontAlgn="auto" latinLnBrk="0" hangingPunct="1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pectrum Sans Book" panose="02110004020202020204"/>
              <a:ea typeface="+mn-ea"/>
              <a:cs typeface="+mn-cs"/>
            </a:endParaRP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03/15/26						Selection Sunday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03/17-03/28			Men’s Play-In + Rounds 1-4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03/18-03/30			Women’s Play-In + Rds 1-4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04/03-04/05		Women’s Semis + Champ</a:t>
            </a:r>
          </a:p>
          <a:p>
            <a:pPr marL="0" marR="0" lvl="0" indent="0" algn="l" defTabSz="91440" rtl="0" eaLnBrk="1" fontAlgn="auto" latinLnBrk="0" hangingPunct="1">
              <a:lnSpc>
                <a:spcPts val="12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04/04-04/06		Men’s Semis + Championship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AC6ECB-94FD-00D8-E674-6442E200CD29}"/>
              </a:ext>
            </a:extLst>
          </p:cNvPr>
          <p:cNvGrpSpPr/>
          <p:nvPr/>
        </p:nvGrpSpPr>
        <p:grpSpPr>
          <a:xfrm>
            <a:off x="8553297" y="902561"/>
            <a:ext cx="3078253" cy="1046697"/>
            <a:chOff x="7888848" y="4925600"/>
            <a:chExt cx="3078253" cy="1046697"/>
          </a:xfrm>
        </p:grpSpPr>
        <p:pic>
          <p:nvPicPr>
            <p:cNvPr id="17" name="Picture 16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3F2DB001-20C7-7633-2D81-4B158B8D6B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0095" b="31753"/>
            <a:stretch/>
          </p:blipFill>
          <p:spPr>
            <a:xfrm>
              <a:off x="7888848" y="5615682"/>
              <a:ext cx="898775" cy="274320"/>
            </a:xfrm>
            <a:prstGeom prst="rect">
              <a:avLst/>
            </a:prstGeom>
          </p:spPr>
        </p:pic>
        <p:pic>
          <p:nvPicPr>
            <p:cNvPr id="18" name="Picture 17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93093BD3-3FDF-B6A2-1B6E-A42894AF10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5324" b="36659"/>
            <a:stretch/>
          </p:blipFill>
          <p:spPr>
            <a:xfrm>
              <a:off x="8933291" y="5650365"/>
              <a:ext cx="914400" cy="204954"/>
            </a:xfrm>
            <a:prstGeom prst="rect">
              <a:avLst/>
            </a:prstGeom>
          </p:spPr>
        </p:pic>
        <p:pic>
          <p:nvPicPr>
            <p:cNvPr id="19" name="Picture 18" descr="A red and white logo&#10;&#10;Description automatically generated">
              <a:extLst>
                <a:ext uri="{FF2B5EF4-FFF2-40B4-BE49-F238E27FC236}">
                  <a16:creationId xmlns:a16="http://schemas.microsoft.com/office/drawing/2014/main" id="{3AD1DB41-7BF6-BC01-C6D5-971F5AAF3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02129" y="5569961"/>
              <a:ext cx="364972" cy="36576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4D889CC-3C74-B2A9-950B-9CDA60B6E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0125" y="5017523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Picture 20" descr="A black and white logo&#10;&#10;Description automatically generated">
              <a:extLst>
                <a:ext uri="{FF2B5EF4-FFF2-40B4-BE49-F238E27FC236}">
                  <a16:creationId xmlns:a16="http://schemas.microsoft.com/office/drawing/2014/main" id="{8ADC8D9B-CF83-33A2-2E78-F67FC5702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503" y="4925600"/>
              <a:ext cx="685800" cy="548640"/>
            </a:xfrm>
            <a:prstGeom prst="rect">
              <a:avLst/>
            </a:prstGeom>
          </p:spPr>
        </p:pic>
        <p:pic>
          <p:nvPicPr>
            <p:cNvPr id="22" name="Picture 21" descr="A black and white logo&#10;&#10;Description automatically generated">
              <a:extLst>
                <a:ext uri="{FF2B5EF4-FFF2-40B4-BE49-F238E27FC236}">
                  <a16:creationId xmlns:a16="http://schemas.microsoft.com/office/drawing/2014/main" id="{05740E85-5DF8-EE0F-1842-68378846D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94482" y="4938541"/>
              <a:ext cx="640080" cy="512064"/>
            </a:xfrm>
            <a:prstGeom prst="rect">
              <a:avLst/>
            </a:prstGeom>
          </p:spPr>
        </p:pic>
        <p:pic>
          <p:nvPicPr>
            <p:cNvPr id="23" name="Picture 22" descr="A black and white logo&#10;&#10;Description automatically generated">
              <a:extLst>
                <a:ext uri="{FF2B5EF4-FFF2-40B4-BE49-F238E27FC236}">
                  <a16:creationId xmlns:a16="http://schemas.microsoft.com/office/drawing/2014/main" id="{CC08BB18-9A94-CFFA-613E-D104D8298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98563" y="4927477"/>
              <a:ext cx="685800" cy="548640"/>
            </a:xfrm>
            <a:prstGeom prst="rect">
              <a:avLst/>
            </a:prstGeom>
          </p:spPr>
        </p:pic>
        <p:pic>
          <p:nvPicPr>
            <p:cNvPr id="24" name="Picture 23" descr="A black and white logo&#10;&#10;Description automatically generated">
              <a:extLst>
                <a:ext uri="{FF2B5EF4-FFF2-40B4-BE49-F238E27FC236}">
                  <a16:creationId xmlns:a16="http://schemas.microsoft.com/office/drawing/2014/main" id="{FC5DF339-1BC5-46A8-A9B6-8286293FE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29000" y="5533385"/>
              <a:ext cx="548640" cy="438912"/>
            </a:xfrm>
            <a:prstGeom prst="rect">
              <a:avLst/>
            </a:prstGeom>
          </p:spPr>
        </p:pic>
      </p:grp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67509133-DAF8-C976-7E8A-D5CE407CEEF4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Women’s March Madness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C652-773F-38AD-0B75-F9A3DBB9CC33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C5FCD6-C0FA-76EC-8F83-5BAD683577B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70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4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2043</TotalTime>
  <Words>238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63</cp:revision>
  <dcterms:created xsi:type="dcterms:W3CDTF">2025-08-18T20:56:00Z</dcterms:created>
  <dcterms:modified xsi:type="dcterms:W3CDTF">2026-03-11T04:55:06Z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