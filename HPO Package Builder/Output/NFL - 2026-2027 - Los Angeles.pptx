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8248C-48B0-05E7-AA78-5F965B20F688}" v="3" dt="2026-03-11T03:23:29.513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59" d="100"/>
          <a:sy n="59" d="100"/>
        </p:scale>
        <p:origin x="1256" y="5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1E78248C-48B0-05E7-AA78-5F965B20F688}"/>
    <pc:docChg chg="delSld">
      <pc:chgData name="Sparkman, Zach E" userId="S::zach.sparkman@charter.com::a0fa8067-9197-4cb4-b572-088af4ff6e51" providerId="AD" clId="Web-{1E78248C-48B0-05E7-AA78-5F965B20F688}" dt="2026-03-11T03:23:29.513" v="2"/>
      <pc:docMkLst>
        <pc:docMk/>
      </pc:docMkLst>
      <pc:sldChg chg="del">
        <pc:chgData name="Sparkman, Zach E" userId="S::zach.sparkman@charter.com::a0fa8067-9197-4cb4-b572-088af4ff6e51" providerId="AD" clId="Web-{1E78248C-48B0-05E7-AA78-5F965B20F688}" dt="2026-03-11T03:23:24.701" v="0"/>
        <pc:sldMkLst>
          <pc:docMk/>
          <pc:sldMk cId="4190605960" sldId="2147473209"/>
        </pc:sldMkLst>
      </pc:sldChg>
      <pc:sldChg chg="del">
        <pc:chgData name="Sparkman, Zach E" userId="S::zach.sparkman@charter.com::a0fa8067-9197-4cb4-b572-088af4ff6e51" providerId="AD" clId="Web-{1E78248C-48B0-05E7-AA78-5F965B20F688}" dt="2026-03-11T03:23:27.920" v="1"/>
        <pc:sldMkLst>
          <pc:docMk/>
          <pc:sldMk cId="2270644601" sldId="2147473221"/>
        </pc:sldMkLst>
      </pc:sldChg>
      <pc:sldChg chg="del">
        <pc:chgData name="Sparkman, Zach E" userId="S::zach.sparkman@charter.com::a0fa8067-9197-4cb4-b572-088af4ff6e51" providerId="AD" clId="Web-{1E78248C-48B0-05E7-AA78-5F965B20F688}" dt="2026-03-11T03:23:29.513" v="2"/>
        <pc:sldMkLst>
          <pc:docMk/>
          <pc:sldMk cId="1781513751" sldId="21474732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65CB-493B-F1C3-9FA9-47694697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73DA346-E16E-DF2E-7CE9-029309FE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" y="329095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F6DC06A-6A3D-51E3-395A-8F81271FA43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0AF21DB-A64C-DFA2-FB0A-AB5A4758B32B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/>
                <a:uLnTx/>
                <a:uFillTx/>
                <a:latin typeface="Spectrum Sans Bold" panose="02110004020202020204"/>
                <a:ea typeface="+mn-ea"/>
                <a:cs typeface="+mn-cs"/>
              </a:rPr>
              <a:t>Goals: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/>
                <a:uLnTx/>
                <a:uFillTx/>
                <a:latin typeface="Spectrum Sans Bold" panose="02110004020202020204"/>
                <a:ea typeface="+mn-ea"/>
                <a:cs typeface="+mn-cs"/>
              </a:rPr>
              <a:t> [Insert 1-3 Goals Here]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10CAE0-1DF7-CAA0-CFB2-805BC31E2ECA}"/>
              </a:ext>
            </a:extLst>
          </p:cNvPr>
          <p:cNvGrpSpPr/>
          <p:nvPr/>
        </p:nvGrpSpPr>
        <p:grpSpPr>
          <a:xfrm>
            <a:off x="8550023" y="778760"/>
            <a:ext cx="3065947" cy="1399173"/>
            <a:chOff x="4827295" y="3492353"/>
            <a:chExt cx="3065947" cy="13991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0E6F76-BAA4-FDCD-8A8D-A71AD771E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7841" y="3924708"/>
              <a:ext cx="687106" cy="548640"/>
            </a:xfrm>
            <a:prstGeom prst="rect">
              <a:avLst/>
            </a:prstGeom>
          </p:spPr>
        </p:pic>
        <p:pic>
          <p:nvPicPr>
            <p:cNvPr id="7" name="Picture 6" descr="A black and white logo&#10;&#10;Description automatically generated">
              <a:extLst>
                <a:ext uri="{FF2B5EF4-FFF2-40B4-BE49-F238E27FC236}">
                  <a16:creationId xmlns:a16="http://schemas.microsoft.com/office/drawing/2014/main" id="{9CC78E70-882E-B735-7C04-2B2257321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281" y="3952934"/>
              <a:ext cx="548640" cy="4389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76A134-4D93-EC3A-4D95-2B0AF943F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1902" y="3989905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A white letters on a black background&#10;&#10;Description automatically generated">
              <a:extLst>
                <a:ext uri="{FF2B5EF4-FFF2-40B4-BE49-F238E27FC236}">
                  <a16:creationId xmlns:a16="http://schemas.microsoft.com/office/drawing/2014/main" id="{08B6B64B-7C20-354B-11B6-F1531F249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742" y="3492353"/>
              <a:ext cx="571500" cy="457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0B6E49-59E7-E9B1-F276-B5EC0D82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1722" y="4308899"/>
              <a:ext cx="731520" cy="5826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4B0C955-3832-8330-E325-210C5C705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81619" y="4407979"/>
              <a:ext cx="548640" cy="436970"/>
            </a:xfrm>
            <a:prstGeom prst="rect">
              <a:avLst/>
            </a:prstGeom>
          </p:spPr>
        </p:pic>
        <p:pic>
          <p:nvPicPr>
            <p:cNvPr id="26" name="Picture 25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B10D17D-0503-539A-5FE9-C759E22D6A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095" b="31753"/>
            <a:stretch/>
          </p:blipFill>
          <p:spPr>
            <a:xfrm>
              <a:off x="4883347" y="3608829"/>
              <a:ext cx="822960" cy="251180"/>
            </a:xfrm>
            <a:prstGeom prst="rect">
              <a:avLst/>
            </a:prstGeom>
          </p:spPr>
        </p:pic>
        <p:pic>
          <p:nvPicPr>
            <p:cNvPr id="27" name="Picture 2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D832FA1-9672-F98F-C4DB-CB6840AF6D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35324" b="36659"/>
            <a:stretch/>
          </p:blipFill>
          <p:spPr>
            <a:xfrm>
              <a:off x="5786656" y="3631942"/>
              <a:ext cx="914400" cy="204954"/>
            </a:xfrm>
            <a:prstGeom prst="rect">
              <a:avLst/>
            </a:prstGeom>
          </p:spPr>
        </p:pic>
        <p:pic>
          <p:nvPicPr>
            <p:cNvPr id="28" name="Picture 27" descr="A red and white logo&#10;&#10;Description automatically generated">
              <a:extLst>
                <a:ext uri="{FF2B5EF4-FFF2-40B4-BE49-F238E27FC236}">
                  <a16:creationId xmlns:a16="http://schemas.microsoft.com/office/drawing/2014/main" id="{D3FC4C51-5C60-0744-DD41-3B31CD7C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66887" y="3989115"/>
              <a:ext cx="365760" cy="3665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3F52A81-46FA-70EB-C411-5977204D5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27295" y="4331040"/>
              <a:ext cx="682811" cy="54868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0E4F03-CF45-CAED-50FE-DD677E1AA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84699" y="3557315"/>
              <a:ext cx="457200" cy="36739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C7D8AE0-29CB-441F-A3BD-5F48AF6AB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51721" y="4342489"/>
              <a:ext cx="640080" cy="51435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7B5DA19-22B0-27CE-3459-B8DC489DB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31220" y="3943790"/>
              <a:ext cx="571500" cy="457200"/>
            </a:xfrm>
            <a:prstGeom prst="rect">
              <a:avLst/>
            </a:prstGeom>
          </p:spPr>
        </p:pic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D48F088-A42C-64A9-8DC9-67654321FA3F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NCAA Football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83F51-DB56-20F5-FB44-CE20F223D14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9A52E-F86D-C4C8-B4F4-899756F421A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8EC2504-B991-614E-4006-F0C72D96E1C3}"/>
              </a:ext>
            </a:extLst>
          </p:cNvPr>
          <p:cNvSpPr txBox="1">
            <a:spLocks/>
          </p:cNvSpPr>
          <p:nvPr/>
        </p:nvSpPr>
        <p:spPr>
          <a:xfrm>
            <a:off x="4303224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08/29-11/28			Regular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12/04-12/05			Conference Championships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12/06/26						CFP Selection Show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12/15-01/02				Bowl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12/18-01/15				CFP Rd 1, Quarters, Semis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01/25/27						CFP Championship Game</a:t>
            </a:r>
          </a:p>
        </p:txBody>
      </p:sp>
    </p:spTree>
    <p:extLst>
      <p:ext uri="{BB962C8B-B14F-4D97-AF65-F5344CB8AC3E}">
        <p14:creationId xmlns:p14="http://schemas.microsoft.com/office/powerpoint/2010/main" val="137673542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2.xml><?xml version="1.0" encoding="utf-8"?>
<ds:datastoreItem xmlns:ds="http://schemas.openxmlformats.org/officeDocument/2006/customXml" ds:itemID="{D113F35C-B86F-4C6E-84FF-BBE704F4B9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DB2482-0EA9-4A0B-A2C9-105FE3D4FCE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1AEB1DE-B305-4DF0-BE3B-EE9FE2114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2064</TotalTime>
  <Words>1038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Carter, Brent D</cp:lastModifiedBy>
  <cp:revision>60</cp:revision>
  <dcterms:created xsi:type="dcterms:W3CDTF">2025-08-18T20:56:00Z</dcterms:created>
  <dcterms:modified xsi:type="dcterms:W3CDTF">2026-03-11T03:23:35Z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